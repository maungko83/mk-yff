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7" autoAdjust="0"/>
    <p:restoredTop sz="94660"/>
  </p:normalViewPr>
  <p:slideViewPr>
    <p:cSldViewPr snapToGrid="0">
      <p:cViewPr varScale="1">
        <p:scale>
          <a:sx n="78" d="100"/>
          <a:sy n="78" d="100"/>
        </p:scale>
        <p:origin x="73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ung Ko" userId="0fd99ca9ff0a3216" providerId="LiveId" clId="{F8EE0AEF-2DDE-41EC-8B50-8E718C3BFC93}"/>
    <pc:docChg chg="modSld">
      <pc:chgData name="Maung Ko" userId="0fd99ca9ff0a3216" providerId="LiveId" clId="{F8EE0AEF-2DDE-41EC-8B50-8E718C3BFC93}" dt="2026-02-25T13:10:41.828" v="0" actId="5793"/>
      <pc:docMkLst>
        <pc:docMk/>
      </pc:docMkLst>
      <pc:sldChg chg="modSp mod">
        <pc:chgData name="Maung Ko" userId="0fd99ca9ff0a3216" providerId="LiveId" clId="{F8EE0AEF-2DDE-41EC-8B50-8E718C3BFC93}" dt="2026-02-25T13:10:41.828" v="0" actId="5793"/>
        <pc:sldMkLst>
          <pc:docMk/>
          <pc:sldMk cId="197435938" sldId="256"/>
        </pc:sldMkLst>
        <pc:spChg chg="mod">
          <ac:chgData name="Maung Ko" userId="0fd99ca9ff0a3216" providerId="LiveId" clId="{F8EE0AEF-2DDE-41EC-8B50-8E718C3BFC93}" dt="2026-02-25T13:10:41.828" v="0" actId="5793"/>
          <ac:spMkLst>
            <pc:docMk/>
            <pc:sldMk cId="197435938" sldId="256"/>
            <ac:spMk id="3" creationId="{B9B00718-BA8F-E20A-5017-0ABC97C756EC}"/>
          </ac:spMkLst>
        </pc:spChg>
      </pc:sldChg>
    </pc:docChg>
  </pc:docChgLst>
</pc:chgInfo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A627145-C413-47D7-BF0E-3828DE99DB97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A2567BA-D3A1-40CE-A31C-328BC7F38569}">
      <dgm:prSet/>
      <dgm:spPr/>
      <dgm:t>
        <a:bodyPr/>
        <a:lstStyle/>
        <a:p>
          <a:r>
            <a:rPr lang="en-US"/>
            <a:t>Forside</a:t>
          </a:r>
        </a:p>
      </dgm:t>
    </dgm:pt>
    <dgm:pt modelId="{F1E635EA-E88E-4E92-A60A-5B8ED7EC5371}" type="parTrans" cxnId="{D25E8A7B-90E3-46F6-8EE2-476F29038EB9}">
      <dgm:prSet/>
      <dgm:spPr/>
      <dgm:t>
        <a:bodyPr/>
        <a:lstStyle/>
        <a:p>
          <a:endParaRPr lang="en-US"/>
        </a:p>
      </dgm:t>
    </dgm:pt>
    <dgm:pt modelId="{476526FD-5B2B-4173-9C40-4EDB58956647}" type="sibTrans" cxnId="{D25E8A7B-90E3-46F6-8EE2-476F29038EB9}">
      <dgm:prSet/>
      <dgm:spPr/>
      <dgm:t>
        <a:bodyPr/>
        <a:lstStyle/>
        <a:p>
          <a:endParaRPr lang="en-US"/>
        </a:p>
      </dgm:t>
    </dgm:pt>
    <dgm:pt modelId="{96E2F76D-1B79-4FCB-99D4-9FFB7431223F}">
      <dgm:prSet/>
      <dgm:spPr/>
      <dgm:t>
        <a:bodyPr/>
        <a:lstStyle/>
        <a:p>
          <a:r>
            <a:rPr lang="en-US"/>
            <a:t>IT‑drift underside</a:t>
          </a:r>
        </a:p>
      </dgm:t>
    </dgm:pt>
    <dgm:pt modelId="{6402A387-9697-4BDF-8937-4143CFF1EFD9}" type="parTrans" cxnId="{6BF8DBD6-0B0C-468E-9501-A2132C2B2B7A}">
      <dgm:prSet/>
      <dgm:spPr/>
      <dgm:t>
        <a:bodyPr/>
        <a:lstStyle/>
        <a:p>
          <a:endParaRPr lang="en-US"/>
        </a:p>
      </dgm:t>
    </dgm:pt>
    <dgm:pt modelId="{AA22615A-47C8-4366-AB94-DF596FBBDABD}" type="sibTrans" cxnId="{6BF8DBD6-0B0C-468E-9501-A2132C2B2B7A}">
      <dgm:prSet/>
      <dgm:spPr/>
      <dgm:t>
        <a:bodyPr/>
        <a:lstStyle/>
        <a:p>
          <a:endParaRPr lang="en-US"/>
        </a:p>
      </dgm:t>
    </dgm:pt>
    <dgm:pt modelId="{A1808AC8-5792-45EE-A6A9-C46919D021AA}">
      <dgm:prSet/>
      <dgm:spPr/>
      <dgm:t>
        <a:bodyPr/>
        <a:lstStyle/>
        <a:p>
          <a:r>
            <a:rPr lang="en-US"/>
            <a:t>IT‑utvikling underside</a:t>
          </a:r>
        </a:p>
      </dgm:t>
    </dgm:pt>
    <dgm:pt modelId="{007CCD4D-ED18-48DC-A366-F9A8D94452A4}" type="parTrans" cxnId="{84BDAAAF-6DA6-467E-87B9-82D48DC40DFE}">
      <dgm:prSet/>
      <dgm:spPr/>
      <dgm:t>
        <a:bodyPr/>
        <a:lstStyle/>
        <a:p>
          <a:endParaRPr lang="en-US"/>
        </a:p>
      </dgm:t>
    </dgm:pt>
    <dgm:pt modelId="{B41BD5ED-4739-4AF1-B3BB-883B4F75A9F3}" type="sibTrans" cxnId="{84BDAAAF-6DA6-467E-87B9-82D48DC40DFE}">
      <dgm:prSet/>
      <dgm:spPr/>
      <dgm:t>
        <a:bodyPr/>
        <a:lstStyle/>
        <a:p>
          <a:endParaRPr lang="en-US"/>
        </a:p>
      </dgm:t>
    </dgm:pt>
    <dgm:pt modelId="{4308FA32-3245-4B25-B65E-B88928D0FAED}">
      <dgm:prSet/>
      <dgm:spPr/>
      <dgm:t>
        <a:bodyPr/>
        <a:lstStyle/>
        <a:p>
          <a:r>
            <a:rPr lang="en-US"/>
            <a:t>Kontaktseksjon</a:t>
          </a:r>
        </a:p>
      </dgm:t>
    </dgm:pt>
    <dgm:pt modelId="{56174E75-3E2C-4864-AE73-BA3E9B185F7C}" type="parTrans" cxnId="{7B30BF80-490B-4018-AB2D-92782ED7F735}">
      <dgm:prSet/>
      <dgm:spPr/>
      <dgm:t>
        <a:bodyPr/>
        <a:lstStyle/>
        <a:p>
          <a:endParaRPr lang="en-US"/>
        </a:p>
      </dgm:t>
    </dgm:pt>
    <dgm:pt modelId="{8C42A3E0-2CD3-4CCA-95C9-DA02C0D7093C}" type="sibTrans" cxnId="{7B30BF80-490B-4018-AB2D-92782ED7F735}">
      <dgm:prSet/>
      <dgm:spPr/>
      <dgm:t>
        <a:bodyPr/>
        <a:lstStyle/>
        <a:p>
          <a:endParaRPr lang="en-US"/>
        </a:p>
      </dgm:t>
    </dgm:pt>
    <dgm:pt modelId="{EA8127FC-1E5C-4C86-9826-B8C2C99E9D60}" type="pres">
      <dgm:prSet presAssocID="{4A627145-C413-47D7-BF0E-3828DE99DB97}" presName="outerComposite" presStyleCnt="0">
        <dgm:presLayoutVars>
          <dgm:chMax val="5"/>
          <dgm:dir/>
          <dgm:resizeHandles val="exact"/>
        </dgm:presLayoutVars>
      </dgm:prSet>
      <dgm:spPr/>
    </dgm:pt>
    <dgm:pt modelId="{492C081B-CEA1-412D-BD76-45244DBD5040}" type="pres">
      <dgm:prSet presAssocID="{4A627145-C413-47D7-BF0E-3828DE99DB97}" presName="dummyMaxCanvas" presStyleCnt="0">
        <dgm:presLayoutVars/>
      </dgm:prSet>
      <dgm:spPr/>
    </dgm:pt>
    <dgm:pt modelId="{90CC5BFF-84A9-48DE-90A0-9F2F1258B3D0}" type="pres">
      <dgm:prSet presAssocID="{4A627145-C413-47D7-BF0E-3828DE99DB97}" presName="FourNodes_1" presStyleLbl="node1" presStyleIdx="0" presStyleCnt="4">
        <dgm:presLayoutVars>
          <dgm:bulletEnabled val="1"/>
        </dgm:presLayoutVars>
      </dgm:prSet>
      <dgm:spPr/>
    </dgm:pt>
    <dgm:pt modelId="{2B2336F1-B573-42E6-B2BF-98055192A336}" type="pres">
      <dgm:prSet presAssocID="{4A627145-C413-47D7-BF0E-3828DE99DB97}" presName="FourNodes_2" presStyleLbl="node1" presStyleIdx="1" presStyleCnt="4">
        <dgm:presLayoutVars>
          <dgm:bulletEnabled val="1"/>
        </dgm:presLayoutVars>
      </dgm:prSet>
      <dgm:spPr/>
    </dgm:pt>
    <dgm:pt modelId="{B7F08888-6576-476A-916D-2D9AAF4DEDD8}" type="pres">
      <dgm:prSet presAssocID="{4A627145-C413-47D7-BF0E-3828DE99DB97}" presName="FourNodes_3" presStyleLbl="node1" presStyleIdx="2" presStyleCnt="4">
        <dgm:presLayoutVars>
          <dgm:bulletEnabled val="1"/>
        </dgm:presLayoutVars>
      </dgm:prSet>
      <dgm:spPr/>
    </dgm:pt>
    <dgm:pt modelId="{4E7FD954-DFC1-4DF6-A743-7DA4114BC5CD}" type="pres">
      <dgm:prSet presAssocID="{4A627145-C413-47D7-BF0E-3828DE99DB97}" presName="FourNodes_4" presStyleLbl="node1" presStyleIdx="3" presStyleCnt="4">
        <dgm:presLayoutVars>
          <dgm:bulletEnabled val="1"/>
        </dgm:presLayoutVars>
      </dgm:prSet>
      <dgm:spPr/>
    </dgm:pt>
    <dgm:pt modelId="{3F675D5C-628D-492B-8307-C58FADB03522}" type="pres">
      <dgm:prSet presAssocID="{4A627145-C413-47D7-BF0E-3828DE99DB97}" presName="FourConn_1-2" presStyleLbl="fgAccFollowNode1" presStyleIdx="0" presStyleCnt="3">
        <dgm:presLayoutVars>
          <dgm:bulletEnabled val="1"/>
        </dgm:presLayoutVars>
      </dgm:prSet>
      <dgm:spPr/>
    </dgm:pt>
    <dgm:pt modelId="{B5D39011-C0E4-4EDE-B13D-25ECAE727831}" type="pres">
      <dgm:prSet presAssocID="{4A627145-C413-47D7-BF0E-3828DE99DB97}" presName="FourConn_2-3" presStyleLbl="fgAccFollowNode1" presStyleIdx="1" presStyleCnt="3">
        <dgm:presLayoutVars>
          <dgm:bulletEnabled val="1"/>
        </dgm:presLayoutVars>
      </dgm:prSet>
      <dgm:spPr/>
    </dgm:pt>
    <dgm:pt modelId="{E8D7A484-0BBB-4260-B16C-09744FA66E3D}" type="pres">
      <dgm:prSet presAssocID="{4A627145-C413-47D7-BF0E-3828DE99DB97}" presName="FourConn_3-4" presStyleLbl="fgAccFollowNode1" presStyleIdx="2" presStyleCnt="3">
        <dgm:presLayoutVars>
          <dgm:bulletEnabled val="1"/>
        </dgm:presLayoutVars>
      </dgm:prSet>
      <dgm:spPr/>
    </dgm:pt>
    <dgm:pt modelId="{11745955-B77A-4168-A15D-3B68C22FEE79}" type="pres">
      <dgm:prSet presAssocID="{4A627145-C413-47D7-BF0E-3828DE99DB97}" presName="FourNodes_1_text" presStyleLbl="node1" presStyleIdx="3" presStyleCnt="4">
        <dgm:presLayoutVars>
          <dgm:bulletEnabled val="1"/>
        </dgm:presLayoutVars>
      </dgm:prSet>
      <dgm:spPr/>
    </dgm:pt>
    <dgm:pt modelId="{1CF05584-B119-4C3D-843F-667ED05819AD}" type="pres">
      <dgm:prSet presAssocID="{4A627145-C413-47D7-BF0E-3828DE99DB97}" presName="FourNodes_2_text" presStyleLbl="node1" presStyleIdx="3" presStyleCnt="4">
        <dgm:presLayoutVars>
          <dgm:bulletEnabled val="1"/>
        </dgm:presLayoutVars>
      </dgm:prSet>
      <dgm:spPr/>
    </dgm:pt>
    <dgm:pt modelId="{DEE7C168-EFCE-4839-8CA5-7BCD5D960050}" type="pres">
      <dgm:prSet presAssocID="{4A627145-C413-47D7-BF0E-3828DE99DB97}" presName="FourNodes_3_text" presStyleLbl="node1" presStyleIdx="3" presStyleCnt="4">
        <dgm:presLayoutVars>
          <dgm:bulletEnabled val="1"/>
        </dgm:presLayoutVars>
      </dgm:prSet>
      <dgm:spPr/>
    </dgm:pt>
    <dgm:pt modelId="{A6025DF5-1E71-47E6-8972-2FAE826A8877}" type="pres">
      <dgm:prSet presAssocID="{4A627145-C413-47D7-BF0E-3828DE99DB97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5FB09201-1698-4986-BE4A-A092F0A258FA}" type="presOf" srcId="{3A2567BA-D3A1-40CE-A31C-328BC7F38569}" destId="{11745955-B77A-4168-A15D-3B68C22FEE79}" srcOrd="1" destOrd="0" presId="urn:microsoft.com/office/officeart/2005/8/layout/vProcess5"/>
    <dgm:cxn modelId="{F5DD821D-EE40-4E16-B3C5-B8C0B73B70D3}" type="presOf" srcId="{476526FD-5B2B-4173-9C40-4EDB58956647}" destId="{3F675D5C-628D-492B-8307-C58FADB03522}" srcOrd="0" destOrd="0" presId="urn:microsoft.com/office/officeart/2005/8/layout/vProcess5"/>
    <dgm:cxn modelId="{DEF57E26-F6FA-4A71-BA2D-4291D13E87E4}" type="presOf" srcId="{4A627145-C413-47D7-BF0E-3828DE99DB97}" destId="{EA8127FC-1E5C-4C86-9826-B8C2C99E9D60}" srcOrd="0" destOrd="0" presId="urn:microsoft.com/office/officeart/2005/8/layout/vProcess5"/>
    <dgm:cxn modelId="{E9D91C35-3F68-406B-9388-3002196BE912}" type="presOf" srcId="{4308FA32-3245-4B25-B65E-B88928D0FAED}" destId="{A6025DF5-1E71-47E6-8972-2FAE826A8877}" srcOrd="1" destOrd="0" presId="urn:microsoft.com/office/officeart/2005/8/layout/vProcess5"/>
    <dgm:cxn modelId="{5775CD45-0877-4F32-B890-F61DA22B4008}" type="presOf" srcId="{96E2F76D-1B79-4FCB-99D4-9FFB7431223F}" destId="{1CF05584-B119-4C3D-843F-667ED05819AD}" srcOrd="1" destOrd="0" presId="urn:microsoft.com/office/officeart/2005/8/layout/vProcess5"/>
    <dgm:cxn modelId="{D25E8A7B-90E3-46F6-8EE2-476F29038EB9}" srcId="{4A627145-C413-47D7-BF0E-3828DE99DB97}" destId="{3A2567BA-D3A1-40CE-A31C-328BC7F38569}" srcOrd="0" destOrd="0" parTransId="{F1E635EA-E88E-4E92-A60A-5B8ED7EC5371}" sibTransId="{476526FD-5B2B-4173-9C40-4EDB58956647}"/>
    <dgm:cxn modelId="{7B30BF80-490B-4018-AB2D-92782ED7F735}" srcId="{4A627145-C413-47D7-BF0E-3828DE99DB97}" destId="{4308FA32-3245-4B25-B65E-B88928D0FAED}" srcOrd="3" destOrd="0" parTransId="{56174E75-3E2C-4864-AE73-BA3E9B185F7C}" sibTransId="{8C42A3E0-2CD3-4CCA-95C9-DA02C0D7093C}"/>
    <dgm:cxn modelId="{166B2787-AFF4-4B4C-A31B-A0460106F2DF}" type="presOf" srcId="{AA22615A-47C8-4366-AB94-DF596FBBDABD}" destId="{B5D39011-C0E4-4EDE-B13D-25ECAE727831}" srcOrd="0" destOrd="0" presId="urn:microsoft.com/office/officeart/2005/8/layout/vProcess5"/>
    <dgm:cxn modelId="{84BDAAAF-6DA6-467E-87B9-82D48DC40DFE}" srcId="{4A627145-C413-47D7-BF0E-3828DE99DB97}" destId="{A1808AC8-5792-45EE-A6A9-C46919D021AA}" srcOrd="2" destOrd="0" parTransId="{007CCD4D-ED18-48DC-A366-F9A8D94452A4}" sibTransId="{B41BD5ED-4739-4AF1-B3BB-883B4F75A9F3}"/>
    <dgm:cxn modelId="{65EA42B7-352D-49A1-9BE9-2B018779A944}" type="presOf" srcId="{A1808AC8-5792-45EE-A6A9-C46919D021AA}" destId="{DEE7C168-EFCE-4839-8CA5-7BCD5D960050}" srcOrd="1" destOrd="0" presId="urn:microsoft.com/office/officeart/2005/8/layout/vProcess5"/>
    <dgm:cxn modelId="{30D35DC3-45C7-45A9-ABB2-433E7B307BDF}" type="presOf" srcId="{4308FA32-3245-4B25-B65E-B88928D0FAED}" destId="{4E7FD954-DFC1-4DF6-A743-7DA4114BC5CD}" srcOrd="0" destOrd="0" presId="urn:microsoft.com/office/officeart/2005/8/layout/vProcess5"/>
    <dgm:cxn modelId="{976513C4-E506-42B5-9FB0-10C038DC98E6}" type="presOf" srcId="{B41BD5ED-4739-4AF1-B3BB-883B4F75A9F3}" destId="{E8D7A484-0BBB-4260-B16C-09744FA66E3D}" srcOrd="0" destOrd="0" presId="urn:microsoft.com/office/officeart/2005/8/layout/vProcess5"/>
    <dgm:cxn modelId="{73268DC8-79D3-420C-BDA3-81B9A3686B95}" type="presOf" srcId="{96E2F76D-1B79-4FCB-99D4-9FFB7431223F}" destId="{2B2336F1-B573-42E6-B2BF-98055192A336}" srcOrd="0" destOrd="0" presId="urn:microsoft.com/office/officeart/2005/8/layout/vProcess5"/>
    <dgm:cxn modelId="{6BF8DBD6-0B0C-468E-9501-A2132C2B2B7A}" srcId="{4A627145-C413-47D7-BF0E-3828DE99DB97}" destId="{96E2F76D-1B79-4FCB-99D4-9FFB7431223F}" srcOrd="1" destOrd="0" parTransId="{6402A387-9697-4BDF-8937-4143CFF1EFD9}" sibTransId="{AA22615A-47C8-4366-AB94-DF596FBBDABD}"/>
    <dgm:cxn modelId="{4D6C51EB-CB0B-4FA0-8BE7-6A20F5450034}" type="presOf" srcId="{A1808AC8-5792-45EE-A6A9-C46919D021AA}" destId="{B7F08888-6576-476A-916D-2D9AAF4DEDD8}" srcOrd="0" destOrd="0" presId="urn:microsoft.com/office/officeart/2005/8/layout/vProcess5"/>
    <dgm:cxn modelId="{79FAAEEE-DE06-47A2-B95B-D644C4BEC693}" type="presOf" srcId="{3A2567BA-D3A1-40CE-A31C-328BC7F38569}" destId="{90CC5BFF-84A9-48DE-90A0-9F2F1258B3D0}" srcOrd="0" destOrd="0" presId="urn:microsoft.com/office/officeart/2005/8/layout/vProcess5"/>
    <dgm:cxn modelId="{DD39619B-64A6-41E0-9525-5EAFA2C3D9F0}" type="presParOf" srcId="{EA8127FC-1E5C-4C86-9826-B8C2C99E9D60}" destId="{492C081B-CEA1-412D-BD76-45244DBD5040}" srcOrd="0" destOrd="0" presId="urn:microsoft.com/office/officeart/2005/8/layout/vProcess5"/>
    <dgm:cxn modelId="{425B1634-DA13-47A7-948D-89386147B38D}" type="presParOf" srcId="{EA8127FC-1E5C-4C86-9826-B8C2C99E9D60}" destId="{90CC5BFF-84A9-48DE-90A0-9F2F1258B3D0}" srcOrd="1" destOrd="0" presId="urn:microsoft.com/office/officeart/2005/8/layout/vProcess5"/>
    <dgm:cxn modelId="{80604C4C-B067-4F8A-8E51-04AE5DA4B787}" type="presParOf" srcId="{EA8127FC-1E5C-4C86-9826-B8C2C99E9D60}" destId="{2B2336F1-B573-42E6-B2BF-98055192A336}" srcOrd="2" destOrd="0" presId="urn:microsoft.com/office/officeart/2005/8/layout/vProcess5"/>
    <dgm:cxn modelId="{6CE83142-882C-456A-AF86-108B1C339573}" type="presParOf" srcId="{EA8127FC-1E5C-4C86-9826-B8C2C99E9D60}" destId="{B7F08888-6576-476A-916D-2D9AAF4DEDD8}" srcOrd="3" destOrd="0" presId="urn:microsoft.com/office/officeart/2005/8/layout/vProcess5"/>
    <dgm:cxn modelId="{C5872DED-00E5-4D6D-9074-E05784E7AAB9}" type="presParOf" srcId="{EA8127FC-1E5C-4C86-9826-B8C2C99E9D60}" destId="{4E7FD954-DFC1-4DF6-A743-7DA4114BC5CD}" srcOrd="4" destOrd="0" presId="urn:microsoft.com/office/officeart/2005/8/layout/vProcess5"/>
    <dgm:cxn modelId="{1D4196A4-EE85-43FE-8554-F7BD47D9629A}" type="presParOf" srcId="{EA8127FC-1E5C-4C86-9826-B8C2C99E9D60}" destId="{3F675D5C-628D-492B-8307-C58FADB03522}" srcOrd="5" destOrd="0" presId="urn:microsoft.com/office/officeart/2005/8/layout/vProcess5"/>
    <dgm:cxn modelId="{A127743D-DC02-4ECD-8178-E33BCC642889}" type="presParOf" srcId="{EA8127FC-1E5C-4C86-9826-B8C2C99E9D60}" destId="{B5D39011-C0E4-4EDE-B13D-25ECAE727831}" srcOrd="6" destOrd="0" presId="urn:microsoft.com/office/officeart/2005/8/layout/vProcess5"/>
    <dgm:cxn modelId="{187910CC-92EE-4E1A-A338-3169A323507C}" type="presParOf" srcId="{EA8127FC-1E5C-4C86-9826-B8C2C99E9D60}" destId="{E8D7A484-0BBB-4260-B16C-09744FA66E3D}" srcOrd="7" destOrd="0" presId="urn:microsoft.com/office/officeart/2005/8/layout/vProcess5"/>
    <dgm:cxn modelId="{EA923EC7-B5D1-4965-B216-0DC1ECBEA168}" type="presParOf" srcId="{EA8127FC-1E5C-4C86-9826-B8C2C99E9D60}" destId="{11745955-B77A-4168-A15D-3B68C22FEE79}" srcOrd="8" destOrd="0" presId="urn:microsoft.com/office/officeart/2005/8/layout/vProcess5"/>
    <dgm:cxn modelId="{84F0E63E-B827-4B4E-944D-082F7C2991AC}" type="presParOf" srcId="{EA8127FC-1E5C-4C86-9826-B8C2C99E9D60}" destId="{1CF05584-B119-4C3D-843F-667ED05819AD}" srcOrd="9" destOrd="0" presId="urn:microsoft.com/office/officeart/2005/8/layout/vProcess5"/>
    <dgm:cxn modelId="{9D78D4DE-19A1-4C53-BDA6-79584415227F}" type="presParOf" srcId="{EA8127FC-1E5C-4C86-9826-B8C2C99E9D60}" destId="{DEE7C168-EFCE-4839-8CA5-7BCD5D960050}" srcOrd="10" destOrd="0" presId="urn:microsoft.com/office/officeart/2005/8/layout/vProcess5"/>
    <dgm:cxn modelId="{73A381F2-BA1A-4E21-B494-88A51CF4F318}" type="presParOf" srcId="{EA8127FC-1E5C-4C86-9826-B8C2C99E9D60}" destId="{A6025DF5-1E71-47E6-8972-2FAE826A8877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71654AC-3D1F-4625-ACBC-70E46BD55702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4296BBA9-AF0E-4C0D-BAFB-FF18B63CA209}">
      <dgm:prSet/>
      <dgm:spPr/>
      <dgm:t>
        <a:bodyPr/>
        <a:lstStyle/>
        <a:p>
          <a:r>
            <a:rPr lang="en-US"/>
            <a:t>Opprette style.css</a:t>
          </a:r>
        </a:p>
      </dgm:t>
    </dgm:pt>
    <dgm:pt modelId="{015D8DA3-DF34-46C0-B985-6E308DA058AE}" type="parTrans" cxnId="{107CD723-59F3-48A5-993F-D77437ECE7DD}">
      <dgm:prSet/>
      <dgm:spPr/>
      <dgm:t>
        <a:bodyPr/>
        <a:lstStyle/>
        <a:p>
          <a:endParaRPr lang="en-US"/>
        </a:p>
      </dgm:t>
    </dgm:pt>
    <dgm:pt modelId="{37411896-8E90-4094-9522-FC455A50AE35}" type="sibTrans" cxnId="{107CD723-59F3-48A5-993F-D77437ECE7DD}">
      <dgm:prSet/>
      <dgm:spPr/>
      <dgm:t>
        <a:bodyPr/>
        <a:lstStyle/>
        <a:p>
          <a:endParaRPr lang="en-US"/>
        </a:p>
      </dgm:t>
    </dgm:pt>
    <dgm:pt modelId="{098FB784-8592-4FE0-8024-C5D406AA195E}">
      <dgm:prSet/>
      <dgm:spPr/>
      <dgm:t>
        <a:bodyPr/>
        <a:lstStyle/>
        <a:p>
          <a:r>
            <a:rPr lang="en-US"/>
            <a:t>Lage fargepalett, fonter og spacing</a:t>
          </a:r>
        </a:p>
      </dgm:t>
    </dgm:pt>
    <dgm:pt modelId="{30AD7AA9-C78F-47D8-A6DB-71BD16203F5F}" type="parTrans" cxnId="{ED3FF79E-DBB4-499F-91D0-6D001E9A3BDF}">
      <dgm:prSet/>
      <dgm:spPr/>
      <dgm:t>
        <a:bodyPr/>
        <a:lstStyle/>
        <a:p>
          <a:endParaRPr lang="en-US"/>
        </a:p>
      </dgm:t>
    </dgm:pt>
    <dgm:pt modelId="{2149F1F7-C240-4A7F-8EB1-0340C927EFA9}" type="sibTrans" cxnId="{ED3FF79E-DBB4-499F-91D0-6D001E9A3BDF}">
      <dgm:prSet/>
      <dgm:spPr/>
      <dgm:t>
        <a:bodyPr/>
        <a:lstStyle/>
        <a:p>
          <a:endParaRPr lang="en-US"/>
        </a:p>
      </dgm:t>
    </dgm:pt>
    <dgm:pt modelId="{1E60031E-4607-44E9-9BA5-4FA347680E71}">
      <dgm:prSet/>
      <dgm:spPr/>
      <dgm:t>
        <a:bodyPr/>
        <a:lstStyle/>
        <a:p>
          <a:r>
            <a:rPr lang="en-US"/>
            <a:t>Bruke Flexbox eller CSS Grid</a:t>
          </a:r>
        </a:p>
      </dgm:t>
    </dgm:pt>
    <dgm:pt modelId="{81361AB0-4E38-40E5-B20D-B3FD59FCE43F}" type="parTrans" cxnId="{258AEBFD-2C11-4757-8161-7F0A9DDCD2A9}">
      <dgm:prSet/>
      <dgm:spPr/>
      <dgm:t>
        <a:bodyPr/>
        <a:lstStyle/>
        <a:p>
          <a:endParaRPr lang="en-US"/>
        </a:p>
      </dgm:t>
    </dgm:pt>
    <dgm:pt modelId="{11564862-F8A4-4ED8-830F-B0CABAFA85AB}" type="sibTrans" cxnId="{258AEBFD-2C11-4757-8161-7F0A9DDCD2A9}">
      <dgm:prSet/>
      <dgm:spPr/>
      <dgm:t>
        <a:bodyPr/>
        <a:lstStyle/>
        <a:p>
          <a:endParaRPr lang="en-US"/>
        </a:p>
      </dgm:t>
    </dgm:pt>
    <dgm:pt modelId="{B4CC49A9-428F-4337-86EA-7AAF41B602CF}">
      <dgm:prSet/>
      <dgm:spPr/>
      <dgm:t>
        <a:bodyPr/>
        <a:lstStyle/>
        <a:p>
          <a:r>
            <a:rPr lang="nb-NO" b="1"/>
            <a:t>Mål:</a:t>
          </a:r>
          <a:r>
            <a:rPr lang="nb-NO"/>
            <a:t> Lage et ryddig og moderne design.</a:t>
          </a:r>
          <a:endParaRPr lang="en-US"/>
        </a:p>
      </dgm:t>
    </dgm:pt>
    <dgm:pt modelId="{72E3E8C3-FEE8-4AF5-B4B8-BB5F467A7CAE}" type="parTrans" cxnId="{B73B7B60-FE76-4741-A6E2-C371A9CC06F9}">
      <dgm:prSet/>
      <dgm:spPr/>
      <dgm:t>
        <a:bodyPr/>
        <a:lstStyle/>
        <a:p>
          <a:endParaRPr lang="en-US"/>
        </a:p>
      </dgm:t>
    </dgm:pt>
    <dgm:pt modelId="{C4DB81F3-CF55-4DA5-B45D-1DDEBEC8D353}" type="sibTrans" cxnId="{B73B7B60-FE76-4741-A6E2-C371A9CC06F9}">
      <dgm:prSet/>
      <dgm:spPr/>
      <dgm:t>
        <a:bodyPr/>
        <a:lstStyle/>
        <a:p>
          <a:endParaRPr lang="en-US"/>
        </a:p>
      </dgm:t>
    </dgm:pt>
    <dgm:pt modelId="{C6D116CF-F5BD-4632-926F-1AF54378C6CF}" type="pres">
      <dgm:prSet presAssocID="{771654AC-3D1F-4625-ACBC-70E46BD55702}" presName="vert0" presStyleCnt="0">
        <dgm:presLayoutVars>
          <dgm:dir/>
          <dgm:animOne val="branch"/>
          <dgm:animLvl val="lvl"/>
        </dgm:presLayoutVars>
      </dgm:prSet>
      <dgm:spPr/>
    </dgm:pt>
    <dgm:pt modelId="{B274EA8C-F3DF-422A-ADBB-415B28C67439}" type="pres">
      <dgm:prSet presAssocID="{4296BBA9-AF0E-4C0D-BAFB-FF18B63CA209}" presName="thickLine" presStyleLbl="alignNode1" presStyleIdx="0" presStyleCnt="4"/>
      <dgm:spPr/>
    </dgm:pt>
    <dgm:pt modelId="{7E2CE21D-0C47-4EB9-9155-A0DA1065F2FA}" type="pres">
      <dgm:prSet presAssocID="{4296BBA9-AF0E-4C0D-BAFB-FF18B63CA209}" presName="horz1" presStyleCnt="0"/>
      <dgm:spPr/>
    </dgm:pt>
    <dgm:pt modelId="{91DF29FD-1905-43EC-8517-A668C9E8BFE0}" type="pres">
      <dgm:prSet presAssocID="{4296BBA9-AF0E-4C0D-BAFB-FF18B63CA209}" presName="tx1" presStyleLbl="revTx" presStyleIdx="0" presStyleCnt="4"/>
      <dgm:spPr/>
    </dgm:pt>
    <dgm:pt modelId="{A52E623A-8CF5-4335-8263-11E2589EC8EB}" type="pres">
      <dgm:prSet presAssocID="{4296BBA9-AF0E-4C0D-BAFB-FF18B63CA209}" presName="vert1" presStyleCnt="0"/>
      <dgm:spPr/>
    </dgm:pt>
    <dgm:pt modelId="{12169D78-6B97-4510-AB86-99A26B991A35}" type="pres">
      <dgm:prSet presAssocID="{098FB784-8592-4FE0-8024-C5D406AA195E}" presName="thickLine" presStyleLbl="alignNode1" presStyleIdx="1" presStyleCnt="4"/>
      <dgm:spPr/>
    </dgm:pt>
    <dgm:pt modelId="{94FAA03C-ED8B-4F32-821B-E30F4C386F95}" type="pres">
      <dgm:prSet presAssocID="{098FB784-8592-4FE0-8024-C5D406AA195E}" presName="horz1" presStyleCnt="0"/>
      <dgm:spPr/>
    </dgm:pt>
    <dgm:pt modelId="{AB888C1B-1A3E-49B4-893B-1134C1C4C1B5}" type="pres">
      <dgm:prSet presAssocID="{098FB784-8592-4FE0-8024-C5D406AA195E}" presName="tx1" presStyleLbl="revTx" presStyleIdx="1" presStyleCnt="4"/>
      <dgm:spPr/>
    </dgm:pt>
    <dgm:pt modelId="{6E47B530-F300-49F9-81FD-43AA7294ED98}" type="pres">
      <dgm:prSet presAssocID="{098FB784-8592-4FE0-8024-C5D406AA195E}" presName="vert1" presStyleCnt="0"/>
      <dgm:spPr/>
    </dgm:pt>
    <dgm:pt modelId="{AF6B3193-EA3A-44D3-AC25-F5CA2516E7BD}" type="pres">
      <dgm:prSet presAssocID="{1E60031E-4607-44E9-9BA5-4FA347680E71}" presName="thickLine" presStyleLbl="alignNode1" presStyleIdx="2" presStyleCnt="4"/>
      <dgm:spPr/>
    </dgm:pt>
    <dgm:pt modelId="{176AFAEF-3746-4848-A3F6-D0AF3E7884E9}" type="pres">
      <dgm:prSet presAssocID="{1E60031E-4607-44E9-9BA5-4FA347680E71}" presName="horz1" presStyleCnt="0"/>
      <dgm:spPr/>
    </dgm:pt>
    <dgm:pt modelId="{19632457-7479-482F-9CF2-C3E4F95A55B9}" type="pres">
      <dgm:prSet presAssocID="{1E60031E-4607-44E9-9BA5-4FA347680E71}" presName="tx1" presStyleLbl="revTx" presStyleIdx="2" presStyleCnt="4"/>
      <dgm:spPr/>
    </dgm:pt>
    <dgm:pt modelId="{BDA9ABD1-BCA8-4791-BCC4-FDDAE96799FA}" type="pres">
      <dgm:prSet presAssocID="{1E60031E-4607-44E9-9BA5-4FA347680E71}" presName="vert1" presStyleCnt="0"/>
      <dgm:spPr/>
    </dgm:pt>
    <dgm:pt modelId="{8E1216C9-FA1B-4C8B-AA68-0499F8DB46F8}" type="pres">
      <dgm:prSet presAssocID="{B4CC49A9-428F-4337-86EA-7AAF41B602CF}" presName="thickLine" presStyleLbl="alignNode1" presStyleIdx="3" presStyleCnt="4"/>
      <dgm:spPr/>
    </dgm:pt>
    <dgm:pt modelId="{E2081423-7FCB-4FB1-9C5D-1F8D0C17CCF9}" type="pres">
      <dgm:prSet presAssocID="{B4CC49A9-428F-4337-86EA-7AAF41B602CF}" presName="horz1" presStyleCnt="0"/>
      <dgm:spPr/>
    </dgm:pt>
    <dgm:pt modelId="{C5E74155-8ECB-4F6C-8BE0-D72BF1FAC785}" type="pres">
      <dgm:prSet presAssocID="{B4CC49A9-428F-4337-86EA-7AAF41B602CF}" presName="tx1" presStyleLbl="revTx" presStyleIdx="3" presStyleCnt="4"/>
      <dgm:spPr/>
    </dgm:pt>
    <dgm:pt modelId="{FC9109A9-0176-4D3B-9314-53F4D11A001A}" type="pres">
      <dgm:prSet presAssocID="{B4CC49A9-428F-4337-86EA-7AAF41B602CF}" presName="vert1" presStyleCnt="0"/>
      <dgm:spPr/>
    </dgm:pt>
  </dgm:ptLst>
  <dgm:cxnLst>
    <dgm:cxn modelId="{2A911313-4AFE-46A1-A88B-969829AC734F}" type="presOf" srcId="{4296BBA9-AF0E-4C0D-BAFB-FF18B63CA209}" destId="{91DF29FD-1905-43EC-8517-A668C9E8BFE0}" srcOrd="0" destOrd="0" presId="urn:microsoft.com/office/officeart/2008/layout/LinedList"/>
    <dgm:cxn modelId="{BB1B6513-B080-4F05-AF6B-AA6192A91AE5}" type="presOf" srcId="{1E60031E-4607-44E9-9BA5-4FA347680E71}" destId="{19632457-7479-482F-9CF2-C3E4F95A55B9}" srcOrd="0" destOrd="0" presId="urn:microsoft.com/office/officeart/2008/layout/LinedList"/>
    <dgm:cxn modelId="{81CFD81A-1935-4230-9BF9-A4A9DDD43F11}" type="presOf" srcId="{098FB784-8592-4FE0-8024-C5D406AA195E}" destId="{AB888C1B-1A3E-49B4-893B-1134C1C4C1B5}" srcOrd="0" destOrd="0" presId="urn:microsoft.com/office/officeart/2008/layout/LinedList"/>
    <dgm:cxn modelId="{107CD723-59F3-48A5-993F-D77437ECE7DD}" srcId="{771654AC-3D1F-4625-ACBC-70E46BD55702}" destId="{4296BBA9-AF0E-4C0D-BAFB-FF18B63CA209}" srcOrd="0" destOrd="0" parTransId="{015D8DA3-DF34-46C0-B985-6E308DA058AE}" sibTransId="{37411896-8E90-4094-9522-FC455A50AE35}"/>
    <dgm:cxn modelId="{4D78765F-C38D-452D-96AC-0253D42AC524}" type="presOf" srcId="{B4CC49A9-428F-4337-86EA-7AAF41B602CF}" destId="{C5E74155-8ECB-4F6C-8BE0-D72BF1FAC785}" srcOrd="0" destOrd="0" presId="urn:microsoft.com/office/officeart/2008/layout/LinedList"/>
    <dgm:cxn modelId="{8DEDA95F-F422-475C-960C-B4E215F9F681}" type="presOf" srcId="{771654AC-3D1F-4625-ACBC-70E46BD55702}" destId="{C6D116CF-F5BD-4632-926F-1AF54378C6CF}" srcOrd="0" destOrd="0" presId="urn:microsoft.com/office/officeart/2008/layout/LinedList"/>
    <dgm:cxn modelId="{B73B7B60-FE76-4741-A6E2-C371A9CC06F9}" srcId="{771654AC-3D1F-4625-ACBC-70E46BD55702}" destId="{B4CC49A9-428F-4337-86EA-7AAF41B602CF}" srcOrd="3" destOrd="0" parTransId="{72E3E8C3-FEE8-4AF5-B4B8-BB5F467A7CAE}" sibTransId="{C4DB81F3-CF55-4DA5-B45D-1DDEBEC8D353}"/>
    <dgm:cxn modelId="{ED3FF79E-DBB4-499F-91D0-6D001E9A3BDF}" srcId="{771654AC-3D1F-4625-ACBC-70E46BD55702}" destId="{098FB784-8592-4FE0-8024-C5D406AA195E}" srcOrd="1" destOrd="0" parTransId="{30AD7AA9-C78F-47D8-A6DB-71BD16203F5F}" sibTransId="{2149F1F7-C240-4A7F-8EB1-0340C927EFA9}"/>
    <dgm:cxn modelId="{258AEBFD-2C11-4757-8161-7F0A9DDCD2A9}" srcId="{771654AC-3D1F-4625-ACBC-70E46BD55702}" destId="{1E60031E-4607-44E9-9BA5-4FA347680E71}" srcOrd="2" destOrd="0" parTransId="{81361AB0-4E38-40E5-B20D-B3FD59FCE43F}" sibTransId="{11564862-F8A4-4ED8-830F-B0CABAFA85AB}"/>
    <dgm:cxn modelId="{2F097094-F20D-4CFB-9FD4-2AC40E515875}" type="presParOf" srcId="{C6D116CF-F5BD-4632-926F-1AF54378C6CF}" destId="{B274EA8C-F3DF-422A-ADBB-415B28C67439}" srcOrd="0" destOrd="0" presId="urn:microsoft.com/office/officeart/2008/layout/LinedList"/>
    <dgm:cxn modelId="{0185679E-BDBA-4898-86B7-4E98D417EABF}" type="presParOf" srcId="{C6D116CF-F5BD-4632-926F-1AF54378C6CF}" destId="{7E2CE21D-0C47-4EB9-9155-A0DA1065F2FA}" srcOrd="1" destOrd="0" presId="urn:microsoft.com/office/officeart/2008/layout/LinedList"/>
    <dgm:cxn modelId="{B7C9C559-7865-4353-B8A4-72EF5CFB355C}" type="presParOf" srcId="{7E2CE21D-0C47-4EB9-9155-A0DA1065F2FA}" destId="{91DF29FD-1905-43EC-8517-A668C9E8BFE0}" srcOrd="0" destOrd="0" presId="urn:microsoft.com/office/officeart/2008/layout/LinedList"/>
    <dgm:cxn modelId="{00A3D7B9-A8CC-4CC0-8B79-475EFE7913D9}" type="presParOf" srcId="{7E2CE21D-0C47-4EB9-9155-A0DA1065F2FA}" destId="{A52E623A-8CF5-4335-8263-11E2589EC8EB}" srcOrd="1" destOrd="0" presId="urn:microsoft.com/office/officeart/2008/layout/LinedList"/>
    <dgm:cxn modelId="{DF63BAF2-2D15-42AF-9AB2-B074377E9B0A}" type="presParOf" srcId="{C6D116CF-F5BD-4632-926F-1AF54378C6CF}" destId="{12169D78-6B97-4510-AB86-99A26B991A35}" srcOrd="2" destOrd="0" presId="urn:microsoft.com/office/officeart/2008/layout/LinedList"/>
    <dgm:cxn modelId="{A8D4E9B5-9525-4430-A56C-4EB6570D8D47}" type="presParOf" srcId="{C6D116CF-F5BD-4632-926F-1AF54378C6CF}" destId="{94FAA03C-ED8B-4F32-821B-E30F4C386F95}" srcOrd="3" destOrd="0" presId="urn:microsoft.com/office/officeart/2008/layout/LinedList"/>
    <dgm:cxn modelId="{D24476E2-D5F4-4537-A4C7-B491F67A1B58}" type="presParOf" srcId="{94FAA03C-ED8B-4F32-821B-E30F4C386F95}" destId="{AB888C1B-1A3E-49B4-893B-1134C1C4C1B5}" srcOrd="0" destOrd="0" presId="urn:microsoft.com/office/officeart/2008/layout/LinedList"/>
    <dgm:cxn modelId="{6BEB0214-5D22-4D6D-8264-7A94063698BC}" type="presParOf" srcId="{94FAA03C-ED8B-4F32-821B-E30F4C386F95}" destId="{6E47B530-F300-49F9-81FD-43AA7294ED98}" srcOrd="1" destOrd="0" presId="urn:microsoft.com/office/officeart/2008/layout/LinedList"/>
    <dgm:cxn modelId="{B284C49B-2F0E-482B-BDD5-C91281C118DE}" type="presParOf" srcId="{C6D116CF-F5BD-4632-926F-1AF54378C6CF}" destId="{AF6B3193-EA3A-44D3-AC25-F5CA2516E7BD}" srcOrd="4" destOrd="0" presId="urn:microsoft.com/office/officeart/2008/layout/LinedList"/>
    <dgm:cxn modelId="{F5C7C585-ED06-4620-AC9F-B242107E20CB}" type="presParOf" srcId="{C6D116CF-F5BD-4632-926F-1AF54378C6CF}" destId="{176AFAEF-3746-4848-A3F6-D0AF3E7884E9}" srcOrd="5" destOrd="0" presId="urn:microsoft.com/office/officeart/2008/layout/LinedList"/>
    <dgm:cxn modelId="{B7A2A061-70C3-42B4-B228-D587DA7EB00E}" type="presParOf" srcId="{176AFAEF-3746-4848-A3F6-D0AF3E7884E9}" destId="{19632457-7479-482F-9CF2-C3E4F95A55B9}" srcOrd="0" destOrd="0" presId="urn:microsoft.com/office/officeart/2008/layout/LinedList"/>
    <dgm:cxn modelId="{C97A9EA5-F524-44D5-8E1E-1BE6FEBDAEFB}" type="presParOf" srcId="{176AFAEF-3746-4848-A3F6-D0AF3E7884E9}" destId="{BDA9ABD1-BCA8-4791-BCC4-FDDAE96799FA}" srcOrd="1" destOrd="0" presId="urn:microsoft.com/office/officeart/2008/layout/LinedList"/>
    <dgm:cxn modelId="{8C93305F-C726-4620-9CE1-F0DE1BB96565}" type="presParOf" srcId="{C6D116CF-F5BD-4632-926F-1AF54378C6CF}" destId="{8E1216C9-FA1B-4C8B-AA68-0499F8DB46F8}" srcOrd="6" destOrd="0" presId="urn:microsoft.com/office/officeart/2008/layout/LinedList"/>
    <dgm:cxn modelId="{4E0DE0F9-550B-4847-A781-CCFE0CA0FD5E}" type="presParOf" srcId="{C6D116CF-F5BD-4632-926F-1AF54378C6CF}" destId="{E2081423-7FCB-4FB1-9C5D-1F8D0C17CCF9}" srcOrd="7" destOrd="0" presId="urn:microsoft.com/office/officeart/2008/layout/LinedList"/>
    <dgm:cxn modelId="{0FCDD4BA-26E5-4E26-B573-B878CD7C37AD}" type="presParOf" srcId="{E2081423-7FCB-4FB1-9C5D-1F8D0C17CCF9}" destId="{C5E74155-8ECB-4F6C-8BE0-D72BF1FAC785}" srcOrd="0" destOrd="0" presId="urn:microsoft.com/office/officeart/2008/layout/LinedList"/>
    <dgm:cxn modelId="{65A307EF-D5C5-4274-B9A4-A5749F466339}" type="presParOf" srcId="{E2081423-7FCB-4FB1-9C5D-1F8D0C17CCF9}" destId="{FC9109A9-0176-4D3B-9314-53F4D11A001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78D9E4B-8C94-49BD-9608-EED67D4D5150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EFB8B58-9197-4EA1-9023-87D7D2B312B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Media queries for mobil (max‑width)</a:t>
          </a:r>
        </a:p>
      </dgm:t>
    </dgm:pt>
    <dgm:pt modelId="{F2C27D97-FE0D-4203-9DCD-767BA1E46343}" type="parTrans" cxnId="{03D6C1E3-1B27-4265-B444-21198F42802A}">
      <dgm:prSet/>
      <dgm:spPr/>
      <dgm:t>
        <a:bodyPr/>
        <a:lstStyle/>
        <a:p>
          <a:endParaRPr lang="en-US"/>
        </a:p>
      </dgm:t>
    </dgm:pt>
    <dgm:pt modelId="{048CE646-2988-4DFA-9EFD-6337508C41A6}" type="sibTrans" cxnId="{03D6C1E3-1B27-4265-B444-21198F42802A}">
      <dgm:prSet/>
      <dgm:spPr/>
      <dgm:t>
        <a:bodyPr/>
        <a:lstStyle/>
        <a:p>
          <a:endParaRPr lang="en-US"/>
        </a:p>
      </dgm:t>
    </dgm:pt>
    <dgm:pt modelId="{994C36A5-8E45-4E00-B88A-822B3F0654F5}">
      <dgm:prSet/>
      <dgm:spPr/>
      <dgm:t>
        <a:bodyPr/>
        <a:lstStyle/>
        <a:p>
          <a:pPr>
            <a:lnSpc>
              <a:spcPct val="100000"/>
            </a:lnSpc>
          </a:pPr>
          <a:r>
            <a:rPr lang="nb-NO"/>
            <a:t>Justere tekst, bilder og layout for mindre skjermer</a:t>
          </a:r>
          <a:endParaRPr lang="en-US"/>
        </a:p>
      </dgm:t>
    </dgm:pt>
    <dgm:pt modelId="{C878FD94-5A93-4353-AC37-EF77BB26350A}" type="parTrans" cxnId="{05B61422-DD84-49E9-B787-39FC21668EEC}">
      <dgm:prSet/>
      <dgm:spPr/>
      <dgm:t>
        <a:bodyPr/>
        <a:lstStyle/>
        <a:p>
          <a:endParaRPr lang="en-US"/>
        </a:p>
      </dgm:t>
    </dgm:pt>
    <dgm:pt modelId="{408007EB-478A-4E34-BF10-640CA3EE3E4A}" type="sibTrans" cxnId="{05B61422-DD84-49E9-B787-39FC21668EEC}">
      <dgm:prSet/>
      <dgm:spPr/>
      <dgm:t>
        <a:bodyPr/>
        <a:lstStyle/>
        <a:p>
          <a:endParaRPr lang="en-US"/>
        </a:p>
      </dgm:t>
    </dgm:pt>
    <dgm:pt modelId="{DDC758B0-E534-4643-A192-C4A0FE2A26A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Lage mobilmeny (JavaScript toggle)</a:t>
          </a:r>
        </a:p>
      </dgm:t>
    </dgm:pt>
    <dgm:pt modelId="{B5A0A285-F929-4B60-9C82-D5303515BED9}" type="parTrans" cxnId="{78F04B4F-A8B2-47CC-B33D-1F9C101DCCBF}">
      <dgm:prSet/>
      <dgm:spPr/>
      <dgm:t>
        <a:bodyPr/>
        <a:lstStyle/>
        <a:p>
          <a:endParaRPr lang="en-US"/>
        </a:p>
      </dgm:t>
    </dgm:pt>
    <dgm:pt modelId="{EA4FC944-48F3-4051-860D-AC965990B077}" type="sibTrans" cxnId="{78F04B4F-A8B2-47CC-B33D-1F9C101DCCBF}">
      <dgm:prSet/>
      <dgm:spPr/>
      <dgm:t>
        <a:bodyPr/>
        <a:lstStyle/>
        <a:p>
          <a:endParaRPr lang="en-US"/>
        </a:p>
      </dgm:t>
    </dgm:pt>
    <dgm:pt modelId="{5A0010D1-04AD-4805-BA75-E4E15939F862}">
      <dgm:prSet/>
      <dgm:spPr/>
      <dgm:t>
        <a:bodyPr/>
        <a:lstStyle/>
        <a:p>
          <a:pPr>
            <a:lnSpc>
              <a:spcPct val="100000"/>
            </a:lnSpc>
          </a:pPr>
          <a:r>
            <a:rPr lang="nb-NO" b="1"/>
            <a:t>Mål:</a:t>
          </a:r>
          <a:r>
            <a:rPr lang="nb-NO"/>
            <a:t> Få siden til å fungere fint på mobil og legge inn enkel interaktivitet.</a:t>
          </a:r>
          <a:endParaRPr lang="en-US"/>
        </a:p>
      </dgm:t>
    </dgm:pt>
    <dgm:pt modelId="{B85D2993-A7BE-4406-9331-BE418A7B18DD}" type="parTrans" cxnId="{55633790-81BC-4686-996D-49D07D3B5441}">
      <dgm:prSet/>
      <dgm:spPr/>
      <dgm:t>
        <a:bodyPr/>
        <a:lstStyle/>
        <a:p>
          <a:endParaRPr lang="en-US"/>
        </a:p>
      </dgm:t>
    </dgm:pt>
    <dgm:pt modelId="{B7B9509D-9F4E-4FC6-B5BF-C1F1E6DD0DFC}" type="sibTrans" cxnId="{55633790-81BC-4686-996D-49D07D3B5441}">
      <dgm:prSet/>
      <dgm:spPr/>
      <dgm:t>
        <a:bodyPr/>
        <a:lstStyle/>
        <a:p>
          <a:endParaRPr lang="en-US"/>
        </a:p>
      </dgm:t>
    </dgm:pt>
    <dgm:pt modelId="{43FB04D7-1E54-476C-B8B2-C3796FACAE6A}" type="pres">
      <dgm:prSet presAssocID="{C78D9E4B-8C94-49BD-9608-EED67D4D5150}" presName="root" presStyleCnt="0">
        <dgm:presLayoutVars>
          <dgm:dir/>
          <dgm:resizeHandles val="exact"/>
        </dgm:presLayoutVars>
      </dgm:prSet>
      <dgm:spPr/>
    </dgm:pt>
    <dgm:pt modelId="{8CD2C270-C2F0-43D1-87B5-992A522EBD04}" type="pres">
      <dgm:prSet presAssocID="{0EFB8B58-9197-4EA1-9023-87D7D2B312B7}" presName="compNode" presStyleCnt="0"/>
      <dgm:spPr/>
    </dgm:pt>
    <dgm:pt modelId="{DB608E73-8B9A-4F7A-B380-BF644F1618DD}" type="pres">
      <dgm:prSet presAssocID="{0EFB8B58-9197-4EA1-9023-87D7D2B312B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ipboard"/>
        </a:ext>
      </dgm:extLst>
    </dgm:pt>
    <dgm:pt modelId="{3D4A8515-5019-4A37-B61E-683838BDC29B}" type="pres">
      <dgm:prSet presAssocID="{0EFB8B58-9197-4EA1-9023-87D7D2B312B7}" presName="spaceRect" presStyleCnt="0"/>
      <dgm:spPr/>
    </dgm:pt>
    <dgm:pt modelId="{0F8C82E5-7806-4025-8A72-A81F89E7A501}" type="pres">
      <dgm:prSet presAssocID="{0EFB8B58-9197-4EA1-9023-87D7D2B312B7}" presName="textRect" presStyleLbl="revTx" presStyleIdx="0" presStyleCnt="4">
        <dgm:presLayoutVars>
          <dgm:chMax val="1"/>
          <dgm:chPref val="1"/>
        </dgm:presLayoutVars>
      </dgm:prSet>
      <dgm:spPr/>
    </dgm:pt>
    <dgm:pt modelId="{CA35E7BD-4384-4DD0-8F32-980631BC24DD}" type="pres">
      <dgm:prSet presAssocID="{048CE646-2988-4DFA-9EFD-6337508C41A6}" presName="sibTrans" presStyleCnt="0"/>
      <dgm:spPr/>
    </dgm:pt>
    <dgm:pt modelId="{BCAFFAD2-7B7D-46D8-978B-AB38134DDB5A}" type="pres">
      <dgm:prSet presAssocID="{994C36A5-8E45-4E00-B88A-822B3F0654F5}" presName="compNode" presStyleCnt="0"/>
      <dgm:spPr/>
    </dgm:pt>
    <dgm:pt modelId="{F7B67B09-17F9-4794-BA21-4DC6CA0BF4C7}" type="pres">
      <dgm:prSet presAssocID="{994C36A5-8E45-4E00-B88A-822B3F0654F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A6CF6828-2AC2-4559-B508-4B1E5CF2A0E4}" type="pres">
      <dgm:prSet presAssocID="{994C36A5-8E45-4E00-B88A-822B3F0654F5}" presName="spaceRect" presStyleCnt="0"/>
      <dgm:spPr/>
    </dgm:pt>
    <dgm:pt modelId="{F2863DDD-2A62-4FE9-970C-6CCF0A7B735B}" type="pres">
      <dgm:prSet presAssocID="{994C36A5-8E45-4E00-B88A-822B3F0654F5}" presName="textRect" presStyleLbl="revTx" presStyleIdx="1" presStyleCnt="4">
        <dgm:presLayoutVars>
          <dgm:chMax val="1"/>
          <dgm:chPref val="1"/>
        </dgm:presLayoutVars>
      </dgm:prSet>
      <dgm:spPr/>
    </dgm:pt>
    <dgm:pt modelId="{9008FD57-0F28-4F0C-BF3B-44195DFCFEC9}" type="pres">
      <dgm:prSet presAssocID="{408007EB-478A-4E34-BF10-640CA3EE3E4A}" presName="sibTrans" presStyleCnt="0"/>
      <dgm:spPr/>
    </dgm:pt>
    <dgm:pt modelId="{268303F3-8C5E-4ED8-8730-C4FAE651B55D}" type="pres">
      <dgm:prSet presAssocID="{DDC758B0-E534-4643-A192-C4A0FE2A26A4}" presName="compNode" presStyleCnt="0"/>
      <dgm:spPr/>
    </dgm:pt>
    <dgm:pt modelId="{D0E70645-745E-4584-8BB0-6CBEA674B29D}" type="pres">
      <dgm:prSet presAssocID="{DDC758B0-E534-4643-A192-C4A0FE2A26A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0204B2A9-B257-4C8C-9F7A-255E4D9C5CD2}" type="pres">
      <dgm:prSet presAssocID="{DDC758B0-E534-4643-A192-C4A0FE2A26A4}" presName="spaceRect" presStyleCnt="0"/>
      <dgm:spPr/>
    </dgm:pt>
    <dgm:pt modelId="{C56B6E2C-9431-416D-A3BE-09280F8DD855}" type="pres">
      <dgm:prSet presAssocID="{DDC758B0-E534-4643-A192-C4A0FE2A26A4}" presName="textRect" presStyleLbl="revTx" presStyleIdx="2" presStyleCnt="4">
        <dgm:presLayoutVars>
          <dgm:chMax val="1"/>
          <dgm:chPref val="1"/>
        </dgm:presLayoutVars>
      </dgm:prSet>
      <dgm:spPr/>
    </dgm:pt>
    <dgm:pt modelId="{F12D5F4A-FDD6-492A-8482-8589A0C4DAEE}" type="pres">
      <dgm:prSet presAssocID="{EA4FC944-48F3-4051-860D-AC965990B077}" presName="sibTrans" presStyleCnt="0"/>
      <dgm:spPr/>
    </dgm:pt>
    <dgm:pt modelId="{112D758B-5856-4C37-AABA-8048F87BCB0E}" type="pres">
      <dgm:prSet presAssocID="{5A0010D1-04AD-4805-BA75-E4E15939F862}" presName="compNode" presStyleCnt="0"/>
      <dgm:spPr/>
    </dgm:pt>
    <dgm:pt modelId="{F98AF0D7-1CD1-437C-9187-2C59C7F71B2F}" type="pres">
      <dgm:prSet presAssocID="{5A0010D1-04AD-4805-BA75-E4E15939F86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ke slice"/>
        </a:ext>
      </dgm:extLst>
    </dgm:pt>
    <dgm:pt modelId="{49F36D40-F03E-4A6A-971B-4BFEFB6A8955}" type="pres">
      <dgm:prSet presAssocID="{5A0010D1-04AD-4805-BA75-E4E15939F862}" presName="spaceRect" presStyleCnt="0"/>
      <dgm:spPr/>
    </dgm:pt>
    <dgm:pt modelId="{C13A5192-2FA1-4077-AE52-4DCD85D87F32}" type="pres">
      <dgm:prSet presAssocID="{5A0010D1-04AD-4805-BA75-E4E15939F86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05B61422-DD84-49E9-B787-39FC21668EEC}" srcId="{C78D9E4B-8C94-49BD-9608-EED67D4D5150}" destId="{994C36A5-8E45-4E00-B88A-822B3F0654F5}" srcOrd="1" destOrd="0" parTransId="{C878FD94-5A93-4353-AC37-EF77BB26350A}" sibTransId="{408007EB-478A-4E34-BF10-640CA3EE3E4A}"/>
    <dgm:cxn modelId="{6B366629-19E5-4AAE-9EA3-96873EDF9260}" type="presOf" srcId="{C78D9E4B-8C94-49BD-9608-EED67D4D5150}" destId="{43FB04D7-1E54-476C-B8B2-C3796FACAE6A}" srcOrd="0" destOrd="0" presId="urn:microsoft.com/office/officeart/2018/2/layout/IconLabelList"/>
    <dgm:cxn modelId="{CA97C464-6C35-479B-BCDF-D62EA6627F85}" type="presOf" srcId="{994C36A5-8E45-4E00-B88A-822B3F0654F5}" destId="{F2863DDD-2A62-4FE9-970C-6CCF0A7B735B}" srcOrd="0" destOrd="0" presId="urn:microsoft.com/office/officeart/2018/2/layout/IconLabelList"/>
    <dgm:cxn modelId="{78F04B4F-A8B2-47CC-B33D-1F9C101DCCBF}" srcId="{C78D9E4B-8C94-49BD-9608-EED67D4D5150}" destId="{DDC758B0-E534-4643-A192-C4A0FE2A26A4}" srcOrd="2" destOrd="0" parTransId="{B5A0A285-F929-4B60-9C82-D5303515BED9}" sibTransId="{EA4FC944-48F3-4051-860D-AC965990B077}"/>
    <dgm:cxn modelId="{4E9D0D87-43D4-4C5D-A007-FDE7DBD183B3}" type="presOf" srcId="{5A0010D1-04AD-4805-BA75-E4E15939F862}" destId="{C13A5192-2FA1-4077-AE52-4DCD85D87F32}" srcOrd="0" destOrd="0" presId="urn:microsoft.com/office/officeart/2018/2/layout/IconLabelList"/>
    <dgm:cxn modelId="{55633790-81BC-4686-996D-49D07D3B5441}" srcId="{C78D9E4B-8C94-49BD-9608-EED67D4D5150}" destId="{5A0010D1-04AD-4805-BA75-E4E15939F862}" srcOrd="3" destOrd="0" parTransId="{B85D2993-A7BE-4406-9331-BE418A7B18DD}" sibTransId="{B7B9509D-9F4E-4FC6-B5BF-C1F1E6DD0DFC}"/>
    <dgm:cxn modelId="{21FF34C6-A3CD-48DF-B94C-5A3E9AA9220B}" type="presOf" srcId="{DDC758B0-E534-4643-A192-C4A0FE2A26A4}" destId="{C56B6E2C-9431-416D-A3BE-09280F8DD855}" srcOrd="0" destOrd="0" presId="urn:microsoft.com/office/officeart/2018/2/layout/IconLabelList"/>
    <dgm:cxn modelId="{03D6C1E3-1B27-4265-B444-21198F42802A}" srcId="{C78D9E4B-8C94-49BD-9608-EED67D4D5150}" destId="{0EFB8B58-9197-4EA1-9023-87D7D2B312B7}" srcOrd="0" destOrd="0" parTransId="{F2C27D97-FE0D-4203-9DCD-767BA1E46343}" sibTransId="{048CE646-2988-4DFA-9EFD-6337508C41A6}"/>
    <dgm:cxn modelId="{2C43EEFF-61EF-4721-B739-E1165D487817}" type="presOf" srcId="{0EFB8B58-9197-4EA1-9023-87D7D2B312B7}" destId="{0F8C82E5-7806-4025-8A72-A81F89E7A501}" srcOrd="0" destOrd="0" presId="urn:microsoft.com/office/officeart/2018/2/layout/IconLabelList"/>
    <dgm:cxn modelId="{5E6D7730-116A-4D14-8BD5-6A84D0E73BD3}" type="presParOf" srcId="{43FB04D7-1E54-476C-B8B2-C3796FACAE6A}" destId="{8CD2C270-C2F0-43D1-87B5-992A522EBD04}" srcOrd="0" destOrd="0" presId="urn:microsoft.com/office/officeart/2018/2/layout/IconLabelList"/>
    <dgm:cxn modelId="{02133931-027B-44DA-B2E1-8C68A0EABC25}" type="presParOf" srcId="{8CD2C270-C2F0-43D1-87B5-992A522EBD04}" destId="{DB608E73-8B9A-4F7A-B380-BF644F1618DD}" srcOrd="0" destOrd="0" presId="urn:microsoft.com/office/officeart/2018/2/layout/IconLabelList"/>
    <dgm:cxn modelId="{9BD2F113-3363-4B97-9538-0D7B29E15EEA}" type="presParOf" srcId="{8CD2C270-C2F0-43D1-87B5-992A522EBD04}" destId="{3D4A8515-5019-4A37-B61E-683838BDC29B}" srcOrd="1" destOrd="0" presId="urn:microsoft.com/office/officeart/2018/2/layout/IconLabelList"/>
    <dgm:cxn modelId="{7FB50338-E52B-43D3-960C-2D58F085DBA9}" type="presParOf" srcId="{8CD2C270-C2F0-43D1-87B5-992A522EBD04}" destId="{0F8C82E5-7806-4025-8A72-A81F89E7A501}" srcOrd="2" destOrd="0" presId="urn:microsoft.com/office/officeart/2018/2/layout/IconLabelList"/>
    <dgm:cxn modelId="{F1DC2E1B-12CF-453D-80C8-60C1EC8D3C08}" type="presParOf" srcId="{43FB04D7-1E54-476C-B8B2-C3796FACAE6A}" destId="{CA35E7BD-4384-4DD0-8F32-980631BC24DD}" srcOrd="1" destOrd="0" presId="urn:microsoft.com/office/officeart/2018/2/layout/IconLabelList"/>
    <dgm:cxn modelId="{FA82BF48-FD60-4DB9-A6F0-A698D5D55B55}" type="presParOf" srcId="{43FB04D7-1E54-476C-B8B2-C3796FACAE6A}" destId="{BCAFFAD2-7B7D-46D8-978B-AB38134DDB5A}" srcOrd="2" destOrd="0" presId="urn:microsoft.com/office/officeart/2018/2/layout/IconLabelList"/>
    <dgm:cxn modelId="{AC2A1B26-F928-4655-AE94-34AA2CB4DD2E}" type="presParOf" srcId="{BCAFFAD2-7B7D-46D8-978B-AB38134DDB5A}" destId="{F7B67B09-17F9-4794-BA21-4DC6CA0BF4C7}" srcOrd="0" destOrd="0" presId="urn:microsoft.com/office/officeart/2018/2/layout/IconLabelList"/>
    <dgm:cxn modelId="{CEAC3DFD-E709-4BE9-9466-CB78312FD6A6}" type="presParOf" srcId="{BCAFFAD2-7B7D-46D8-978B-AB38134DDB5A}" destId="{A6CF6828-2AC2-4559-B508-4B1E5CF2A0E4}" srcOrd="1" destOrd="0" presId="urn:microsoft.com/office/officeart/2018/2/layout/IconLabelList"/>
    <dgm:cxn modelId="{7FAA07C7-CCAF-4E57-9CF0-B5EEE0BD0D28}" type="presParOf" srcId="{BCAFFAD2-7B7D-46D8-978B-AB38134DDB5A}" destId="{F2863DDD-2A62-4FE9-970C-6CCF0A7B735B}" srcOrd="2" destOrd="0" presId="urn:microsoft.com/office/officeart/2018/2/layout/IconLabelList"/>
    <dgm:cxn modelId="{02D1531F-ED6B-43E9-BEAF-364B9AD9B6B6}" type="presParOf" srcId="{43FB04D7-1E54-476C-B8B2-C3796FACAE6A}" destId="{9008FD57-0F28-4F0C-BF3B-44195DFCFEC9}" srcOrd="3" destOrd="0" presId="urn:microsoft.com/office/officeart/2018/2/layout/IconLabelList"/>
    <dgm:cxn modelId="{CFCDEBBE-1607-4F43-A271-3E1CABBF57A7}" type="presParOf" srcId="{43FB04D7-1E54-476C-B8B2-C3796FACAE6A}" destId="{268303F3-8C5E-4ED8-8730-C4FAE651B55D}" srcOrd="4" destOrd="0" presId="urn:microsoft.com/office/officeart/2018/2/layout/IconLabelList"/>
    <dgm:cxn modelId="{463200CE-ED22-4C81-93B3-D3EC4962C1FD}" type="presParOf" srcId="{268303F3-8C5E-4ED8-8730-C4FAE651B55D}" destId="{D0E70645-745E-4584-8BB0-6CBEA674B29D}" srcOrd="0" destOrd="0" presId="urn:microsoft.com/office/officeart/2018/2/layout/IconLabelList"/>
    <dgm:cxn modelId="{45D50A04-5210-4E69-8152-73384FC5FB79}" type="presParOf" srcId="{268303F3-8C5E-4ED8-8730-C4FAE651B55D}" destId="{0204B2A9-B257-4C8C-9F7A-255E4D9C5CD2}" srcOrd="1" destOrd="0" presId="urn:microsoft.com/office/officeart/2018/2/layout/IconLabelList"/>
    <dgm:cxn modelId="{CF85FBE8-DFBF-4F07-8DE6-DD56250A72F6}" type="presParOf" srcId="{268303F3-8C5E-4ED8-8730-C4FAE651B55D}" destId="{C56B6E2C-9431-416D-A3BE-09280F8DD855}" srcOrd="2" destOrd="0" presId="urn:microsoft.com/office/officeart/2018/2/layout/IconLabelList"/>
    <dgm:cxn modelId="{1AC4AEF2-B54F-4754-BE33-00E0ADB25200}" type="presParOf" srcId="{43FB04D7-1E54-476C-B8B2-C3796FACAE6A}" destId="{F12D5F4A-FDD6-492A-8482-8589A0C4DAEE}" srcOrd="5" destOrd="0" presId="urn:microsoft.com/office/officeart/2018/2/layout/IconLabelList"/>
    <dgm:cxn modelId="{637CB793-21FE-4F3A-8526-378A00AC072D}" type="presParOf" srcId="{43FB04D7-1E54-476C-B8B2-C3796FACAE6A}" destId="{112D758B-5856-4C37-AABA-8048F87BCB0E}" srcOrd="6" destOrd="0" presId="urn:microsoft.com/office/officeart/2018/2/layout/IconLabelList"/>
    <dgm:cxn modelId="{4F498209-41FA-4105-B5F7-4982638034B6}" type="presParOf" srcId="{112D758B-5856-4C37-AABA-8048F87BCB0E}" destId="{F98AF0D7-1CD1-437C-9187-2C59C7F71B2F}" srcOrd="0" destOrd="0" presId="urn:microsoft.com/office/officeart/2018/2/layout/IconLabelList"/>
    <dgm:cxn modelId="{F69DDC48-ECA0-4276-BE81-DB9AF7CF3A9F}" type="presParOf" srcId="{112D758B-5856-4C37-AABA-8048F87BCB0E}" destId="{49F36D40-F03E-4A6A-971B-4BFEFB6A8955}" srcOrd="1" destOrd="0" presId="urn:microsoft.com/office/officeart/2018/2/layout/IconLabelList"/>
    <dgm:cxn modelId="{0D2F585C-BF8B-47F6-9D7F-1D7A533B9F44}" type="presParOf" srcId="{112D758B-5856-4C37-AABA-8048F87BCB0E}" destId="{C13A5192-2FA1-4077-AE52-4DCD85D87F3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6EBC496-DB73-4E15-8E32-7A9BDB29F1FE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BC517C0-627C-4FAF-B8A6-E52DE5713350}">
      <dgm:prSet/>
      <dgm:spPr/>
      <dgm:t>
        <a:bodyPr/>
        <a:lstStyle/>
        <a:p>
          <a:r>
            <a:rPr lang="en-US"/>
            <a:t>Teste i flere nettlesere (Chrome, Edge, mobil)</a:t>
          </a:r>
        </a:p>
      </dgm:t>
    </dgm:pt>
    <dgm:pt modelId="{C04FCCB5-5FF2-4E45-B2FE-25CAED0A8DD4}" type="parTrans" cxnId="{148DE344-A95F-4320-8AB6-B9282122D7C3}">
      <dgm:prSet/>
      <dgm:spPr/>
      <dgm:t>
        <a:bodyPr/>
        <a:lstStyle/>
        <a:p>
          <a:endParaRPr lang="en-US"/>
        </a:p>
      </dgm:t>
    </dgm:pt>
    <dgm:pt modelId="{21492275-B14D-420B-B53C-CA3CE2A59D13}" type="sibTrans" cxnId="{148DE344-A95F-4320-8AB6-B9282122D7C3}">
      <dgm:prSet/>
      <dgm:spPr/>
      <dgm:t>
        <a:bodyPr/>
        <a:lstStyle/>
        <a:p>
          <a:endParaRPr lang="en-US"/>
        </a:p>
      </dgm:t>
    </dgm:pt>
    <dgm:pt modelId="{64C38483-C17E-4A87-A808-C7AA87EC4617}">
      <dgm:prSet/>
      <dgm:spPr/>
      <dgm:t>
        <a:bodyPr/>
        <a:lstStyle/>
        <a:p>
          <a:r>
            <a:rPr lang="nb-NO"/>
            <a:t>Rette HTML‑feil og CSS‑feil</a:t>
          </a:r>
          <a:endParaRPr lang="en-US"/>
        </a:p>
      </dgm:t>
    </dgm:pt>
    <dgm:pt modelId="{D911F98C-43A7-4E0F-9F11-2B27DB9714E9}" type="parTrans" cxnId="{927627A7-34DF-4967-9979-30947FA2F237}">
      <dgm:prSet/>
      <dgm:spPr/>
      <dgm:t>
        <a:bodyPr/>
        <a:lstStyle/>
        <a:p>
          <a:endParaRPr lang="en-US"/>
        </a:p>
      </dgm:t>
    </dgm:pt>
    <dgm:pt modelId="{68BFD57E-64D9-4C8C-B048-6AA6C7C8EB39}" type="sibTrans" cxnId="{927627A7-34DF-4967-9979-30947FA2F237}">
      <dgm:prSet/>
      <dgm:spPr/>
      <dgm:t>
        <a:bodyPr/>
        <a:lstStyle/>
        <a:p>
          <a:endParaRPr lang="en-US"/>
        </a:p>
      </dgm:t>
    </dgm:pt>
    <dgm:pt modelId="{8A908C9D-22A9-424F-AE8C-44173BB2229E}">
      <dgm:prSet/>
      <dgm:spPr/>
      <dgm:t>
        <a:bodyPr/>
        <a:lstStyle/>
        <a:p>
          <a:r>
            <a:rPr lang="en-US"/>
            <a:t>Optimalisere bilder</a:t>
          </a:r>
        </a:p>
      </dgm:t>
    </dgm:pt>
    <dgm:pt modelId="{28F6780B-C49A-44EC-9C57-0C3AF8BDAA24}" type="parTrans" cxnId="{5C977092-9FB6-4FBA-8631-988DF769BFE0}">
      <dgm:prSet/>
      <dgm:spPr/>
      <dgm:t>
        <a:bodyPr/>
        <a:lstStyle/>
        <a:p>
          <a:endParaRPr lang="en-US"/>
        </a:p>
      </dgm:t>
    </dgm:pt>
    <dgm:pt modelId="{2049EBCE-0232-4D5C-859A-F245E6F3FB2B}" type="sibTrans" cxnId="{5C977092-9FB6-4FBA-8631-988DF769BFE0}">
      <dgm:prSet/>
      <dgm:spPr/>
      <dgm:t>
        <a:bodyPr/>
        <a:lstStyle/>
        <a:p>
          <a:endParaRPr lang="en-US"/>
        </a:p>
      </dgm:t>
    </dgm:pt>
    <dgm:pt modelId="{8493FE85-B7A1-4D5F-A60C-87D7B09ED6F8}">
      <dgm:prSet/>
      <dgm:spPr/>
      <dgm:t>
        <a:bodyPr/>
        <a:lstStyle/>
        <a:p>
          <a:r>
            <a:rPr lang="en-US"/>
            <a:t>Sjekke alle lenker</a:t>
          </a:r>
        </a:p>
      </dgm:t>
    </dgm:pt>
    <dgm:pt modelId="{443C9138-0DB7-432B-9C00-A7C627628CA4}" type="parTrans" cxnId="{04DF8558-6E83-40DF-88CE-4242843F6148}">
      <dgm:prSet/>
      <dgm:spPr/>
      <dgm:t>
        <a:bodyPr/>
        <a:lstStyle/>
        <a:p>
          <a:endParaRPr lang="en-US"/>
        </a:p>
      </dgm:t>
    </dgm:pt>
    <dgm:pt modelId="{81FE7329-1E9F-48B5-8581-6AD279570713}" type="sibTrans" cxnId="{04DF8558-6E83-40DF-88CE-4242843F6148}">
      <dgm:prSet/>
      <dgm:spPr/>
      <dgm:t>
        <a:bodyPr/>
        <a:lstStyle/>
        <a:p>
          <a:endParaRPr lang="en-US"/>
        </a:p>
      </dgm:t>
    </dgm:pt>
    <dgm:pt modelId="{F52A43FC-693C-4305-9526-8068D3E62A90}">
      <dgm:prSet/>
      <dgm:spPr/>
      <dgm:t>
        <a:bodyPr/>
        <a:lstStyle/>
        <a:p>
          <a:r>
            <a:rPr lang="nb-NO" b="1"/>
            <a:t>Mål:</a:t>
          </a:r>
          <a:r>
            <a:rPr lang="nb-NO"/>
            <a:t> Gjøre siden stabil og ryddig.</a:t>
          </a:r>
          <a:endParaRPr lang="en-US"/>
        </a:p>
      </dgm:t>
    </dgm:pt>
    <dgm:pt modelId="{87F41802-FFF9-45B3-AFC7-16E83A73111E}" type="parTrans" cxnId="{D46495CB-1FA8-4A30-80C0-E5D44F61F2AF}">
      <dgm:prSet/>
      <dgm:spPr/>
      <dgm:t>
        <a:bodyPr/>
        <a:lstStyle/>
        <a:p>
          <a:endParaRPr lang="en-US"/>
        </a:p>
      </dgm:t>
    </dgm:pt>
    <dgm:pt modelId="{C4FEFEE6-1E02-4819-A90D-920DF7D1AD73}" type="sibTrans" cxnId="{D46495CB-1FA8-4A30-80C0-E5D44F61F2AF}">
      <dgm:prSet/>
      <dgm:spPr/>
      <dgm:t>
        <a:bodyPr/>
        <a:lstStyle/>
        <a:p>
          <a:endParaRPr lang="en-US"/>
        </a:p>
      </dgm:t>
    </dgm:pt>
    <dgm:pt modelId="{BFE072F3-D43E-440C-B521-B5906FD17D4E}" type="pres">
      <dgm:prSet presAssocID="{B6EBC496-DB73-4E15-8E32-7A9BDB29F1FE}" presName="diagram" presStyleCnt="0">
        <dgm:presLayoutVars>
          <dgm:dir/>
          <dgm:resizeHandles val="exact"/>
        </dgm:presLayoutVars>
      </dgm:prSet>
      <dgm:spPr/>
    </dgm:pt>
    <dgm:pt modelId="{AAC4CCC7-74FA-445A-B7E4-E23DF54C2CBD}" type="pres">
      <dgm:prSet presAssocID="{EBC517C0-627C-4FAF-B8A6-E52DE5713350}" presName="node" presStyleLbl="node1" presStyleIdx="0" presStyleCnt="5">
        <dgm:presLayoutVars>
          <dgm:bulletEnabled val="1"/>
        </dgm:presLayoutVars>
      </dgm:prSet>
      <dgm:spPr/>
    </dgm:pt>
    <dgm:pt modelId="{A758432C-CBAA-471F-A257-17ECC96FF704}" type="pres">
      <dgm:prSet presAssocID="{21492275-B14D-420B-B53C-CA3CE2A59D13}" presName="sibTrans" presStyleLbl="sibTrans2D1" presStyleIdx="0" presStyleCnt="4"/>
      <dgm:spPr/>
    </dgm:pt>
    <dgm:pt modelId="{D15055D2-D440-4125-9A31-1849880D4AFC}" type="pres">
      <dgm:prSet presAssocID="{21492275-B14D-420B-B53C-CA3CE2A59D13}" presName="connectorText" presStyleLbl="sibTrans2D1" presStyleIdx="0" presStyleCnt="4"/>
      <dgm:spPr/>
    </dgm:pt>
    <dgm:pt modelId="{C1BE4EF8-EF80-4BBB-B4FE-248BF986A436}" type="pres">
      <dgm:prSet presAssocID="{64C38483-C17E-4A87-A808-C7AA87EC4617}" presName="node" presStyleLbl="node1" presStyleIdx="1" presStyleCnt="5">
        <dgm:presLayoutVars>
          <dgm:bulletEnabled val="1"/>
        </dgm:presLayoutVars>
      </dgm:prSet>
      <dgm:spPr/>
    </dgm:pt>
    <dgm:pt modelId="{CD53D1CB-01E6-4B69-8A20-89D85C76252E}" type="pres">
      <dgm:prSet presAssocID="{68BFD57E-64D9-4C8C-B048-6AA6C7C8EB39}" presName="sibTrans" presStyleLbl="sibTrans2D1" presStyleIdx="1" presStyleCnt="4"/>
      <dgm:spPr/>
    </dgm:pt>
    <dgm:pt modelId="{0565EA4F-A9E6-413F-9AE7-2A9CB80741D8}" type="pres">
      <dgm:prSet presAssocID="{68BFD57E-64D9-4C8C-B048-6AA6C7C8EB39}" presName="connectorText" presStyleLbl="sibTrans2D1" presStyleIdx="1" presStyleCnt="4"/>
      <dgm:spPr/>
    </dgm:pt>
    <dgm:pt modelId="{A3C3F555-BF9E-4826-BB02-3E4E4BD289B7}" type="pres">
      <dgm:prSet presAssocID="{8A908C9D-22A9-424F-AE8C-44173BB2229E}" presName="node" presStyleLbl="node1" presStyleIdx="2" presStyleCnt="5">
        <dgm:presLayoutVars>
          <dgm:bulletEnabled val="1"/>
        </dgm:presLayoutVars>
      </dgm:prSet>
      <dgm:spPr/>
    </dgm:pt>
    <dgm:pt modelId="{9F07A8E8-D538-4973-A2EC-2BF5C67C22E1}" type="pres">
      <dgm:prSet presAssocID="{2049EBCE-0232-4D5C-859A-F245E6F3FB2B}" presName="sibTrans" presStyleLbl="sibTrans2D1" presStyleIdx="2" presStyleCnt="4"/>
      <dgm:spPr/>
    </dgm:pt>
    <dgm:pt modelId="{EB47042F-1B07-41F9-BC00-CE06D70B8B44}" type="pres">
      <dgm:prSet presAssocID="{2049EBCE-0232-4D5C-859A-F245E6F3FB2B}" presName="connectorText" presStyleLbl="sibTrans2D1" presStyleIdx="2" presStyleCnt="4"/>
      <dgm:spPr/>
    </dgm:pt>
    <dgm:pt modelId="{9E46B486-A9ED-4342-8702-3D65672EF57A}" type="pres">
      <dgm:prSet presAssocID="{8493FE85-B7A1-4D5F-A60C-87D7B09ED6F8}" presName="node" presStyleLbl="node1" presStyleIdx="3" presStyleCnt="5">
        <dgm:presLayoutVars>
          <dgm:bulletEnabled val="1"/>
        </dgm:presLayoutVars>
      </dgm:prSet>
      <dgm:spPr/>
    </dgm:pt>
    <dgm:pt modelId="{CD1DEAFC-8D6A-46AE-9F8D-0BE1CF33C31E}" type="pres">
      <dgm:prSet presAssocID="{81FE7329-1E9F-48B5-8581-6AD279570713}" presName="sibTrans" presStyleLbl="sibTrans2D1" presStyleIdx="3" presStyleCnt="4"/>
      <dgm:spPr/>
    </dgm:pt>
    <dgm:pt modelId="{5E3FE566-CEEE-4C60-BADF-85246CE6EE21}" type="pres">
      <dgm:prSet presAssocID="{81FE7329-1E9F-48B5-8581-6AD279570713}" presName="connectorText" presStyleLbl="sibTrans2D1" presStyleIdx="3" presStyleCnt="4"/>
      <dgm:spPr/>
    </dgm:pt>
    <dgm:pt modelId="{6DD73472-D7A0-4A06-96FC-4B8BBC5E9358}" type="pres">
      <dgm:prSet presAssocID="{F52A43FC-693C-4305-9526-8068D3E62A90}" presName="node" presStyleLbl="node1" presStyleIdx="4" presStyleCnt="5">
        <dgm:presLayoutVars>
          <dgm:bulletEnabled val="1"/>
        </dgm:presLayoutVars>
      </dgm:prSet>
      <dgm:spPr/>
    </dgm:pt>
  </dgm:ptLst>
  <dgm:cxnLst>
    <dgm:cxn modelId="{50A79F0B-72C8-4507-8183-F871FE4FE197}" type="presOf" srcId="{21492275-B14D-420B-B53C-CA3CE2A59D13}" destId="{A758432C-CBAA-471F-A257-17ECC96FF704}" srcOrd="0" destOrd="0" presId="urn:microsoft.com/office/officeart/2005/8/layout/process5"/>
    <dgm:cxn modelId="{178A510F-7930-493D-8208-03C1249616BB}" type="presOf" srcId="{2049EBCE-0232-4D5C-859A-F245E6F3FB2B}" destId="{EB47042F-1B07-41F9-BC00-CE06D70B8B44}" srcOrd="1" destOrd="0" presId="urn:microsoft.com/office/officeart/2005/8/layout/process5"/>
    <dgm:cxn modelId="{019CFA63-5F77-411D-AA44-ABF0306A92F0}" type="presOf" srcId="{81FE7329-1E9F-48B5-8581-6AD279570713}" destId="{CD1DEAFC-8D6A-46AE-9F8D-0BE1CF33C31E}" srcOrd="0" destOrd="0" presId="urn:microsoft.com/office/officeart/2005/8/layout/process5"/>
    <dgm:cxn modelId="{148DE344-A95F-4320-8AB6-B9282122D7C3}" srcId="{B6EBC496-DB73-4E15-8E32-7A9BDB29F1FE}" destId="{EBC517C0-627C-4FAF-B8A6-E52DE5713350}" srcOrd="0" destOrd="0" parTransId="{C04FCCB5-5FF2-4E45-B2FE-25CAED0A8DD4}" sibTransId="{21492275-B14D-420B-B53C-CA3CE2A59D13}"/>
    <dgm:cxn modelId="{42358947-7307-4F12-B311-532B93816CC1}" type="presOf" srcId="{21492275-B14D-420B-B53C-CA3CE2A59D13}" destId="{D15055D2-D440-4125-9A31-1849880D4AFC}" srcOrd="1" destOrd="0" presId="urn:microsoft.com/office/officeart/2005/8/layout/process5"/>
    <dgm:cxn modelId="{8C3F3956-666A-41B5-8169-F03BE0D0F8B0}" type="presOf" srcId="{8493FE85-B7A1-4D5F-A60C-87D7B09ED6F8}" destId="{9E46B486-A9ED-4342-8702-3D65672EF57A}" srcOrd="0" destOrd="0" presId="urn:microsoft.com/office/officeart/2005/8/layout/process5"/>
    <dgm:cxn modelId="{04DF8558-6E83-40DF-88CE-4242843F6148}" srcId="{B6EBC496-DB73-4E15-8E32-7A9BDB29F1FE}" destId="{8493FE85-B7A1-4D5F-A60C-87D7B09ED6F8}" srcOrd="3" destOrd="0" parTransId="{443C9138-0DB7-432B-9C00-A7C627628CA4}" sibTransId="{81FE7329-1E9F-48B5-8581-6AD279570713}"/>
    <dgm:cxn modelId="{5C977092-9FB6-4FBA-8631-988DF769BFE0}" srcId="{B6EBC496-DB73-4E15-8E32-7A9BDB29F1FE}" destId="{8A908C9D-22A9-424F-AE8C-44173BB2229E}" srcOrd="2" destOrd="0" parTransId="{28F6780B-C49A-44EC-9C57-0C3AF8BDAA24}" sibTransId="{2049EBCE-0232-4D5C-859A-F245E6F3FB2B}"/>
    <dgm:cxn modelId="{CC86BF94-00B8-4E7A-A20E-DAC33B57E36F}" type="presOf" srcId="{64C38483-C17E-4A87-A808-C7AA87EC4617}" destId="{C1BE4EF8-EF80-4BBB-B4FE-248BF986A436}" srcOrd="0" destOrd="0" presId="urn:microsoft.com/office/officeart/2005/8/layout/process5"/>
    <dgm:cxn modelId="{7E296D9B-6F4C-4131-86B7-F629934EA5DB}" type="presOf" srcId="{B6EBC496-DB73-4E15-8E32-7A9BDB29F1FE}" destId="{BFE072F3-D43E-440C-B521-B5906FD17D4E}" srcOrd="0" destOrd="0" presId="urn:microsoft.com/office/officeart/2005/8/layout/process5"/>
    <dgm:cxn modelId="{927627A7-34DF-4967-9979-30947FA2F237}" srcId="{B6EBC496-DB73-4E15-8E32-7A9BDB29F1FE}" destId="{64C38483-C17E-4A87-A808-C7AA87EC4617}" srcOrd="1" destOrd="0" parTransId="{D911F98C-43A7-4E0F-9F11-2B27DB9714E9}" sibTransId="{68BFD57E-64D9-4C8C-B048-6AA6C7C8EB39}"/>
    <dgm:cxn modelId="{4A04A7A8-EF57-4D8E-9DAE-8EEB53D7F3C3}" type="presOf" srcId="{81FE7329-1E9F-48B5-8581-6AD279570713}" destId="{5E3FE566-CEEE-4C60-BADF-85246CE6EE21}" srcOrd="1" destOrd="0" presId="urn:microsoft.com/office/officeart/2005/8/layout/process5"/>
    <dgm:cxn modelId="{CBE2EEB3-4E07-40E2-B8EF-1DCEDF5C33DF}" type="presOf" srcId="{F52A43FC-693C-4305-9526-8068D3E62A90}" destId="{6DD73472-D7A0-4A06-96FC-4B8BBC5E9358}" srcOrd="0" destOrd="0" presId="urn:microsoft.com/office/officeart/2005/8/layout/process5"/>
    <dgm:cxn modelId="{1066F1BB-657D-4182-93A7-CCD88A67CED0}" type="presOf" srcId="{2049EBCE-0232-4D5C-859A-F245E6F3FB2B}" destId="{9F07A8E8-D538-4973-A2EC-2BF5C67C22E1}" srcOrd="0" destOrd="0" presId="urn:microsoft.com/office/officeart/2005/8/layout/process5"/>
    <dgm:cxn modelId="{D46495CB-1FA8-4A30-80C0-E5D44F61F2AF}" srcId="{B6EBC496-DB73-4E15-8E32-7A9BDB29F1FE}" destId="{F52A43FC-693C-4305-9526-8068D3E62A90}" srcOrd="4" destOrd="0" parTransId="{87F41802-FFF9-45B3-AFC7-16E83A73111E}" sibTransId="{C4FEFEE6-1E02-4819-A90D-920DF7D1AD73}"/>
    <dgm:cxn modelId="{9D2019CE-053C-4028-8DF7-979274D33DCB}" type="presOf" srcId="{68BFD57E-64D9-4C8C-B048-6AA6C7C8EB39}" destId="{0565EA4F-A9E6-413F-9AE7-2A9CB80741D8}" srcOrd="1" destOrd="0" presId="urn:microsoft.com/office/officeart/2005/8/layout/process5"/>
    <dgm:cxn modelId="{949CA7DD-F7C9-4B20-A807-248B6EF33DD8}" type="presOf" srcId="{68BFD57E-64D9-4C8C-B048-6AA6C7C8EB39}" destId="{CD53D1CB-01E6-4B69-8A20-89D85C76252E}" srcOrd="0" destOrd="0" presId="urn:microsoft.com/office/officeart/2005/8/layout/process5"/>
    <dgm:cxn modelId="{853EAAFA-7161-421F-8AED-31F7240034D1}" type="presOf" srcId="{8A908C9D-22A9-424F-AE8C-44173BB2229E}" destId="{A3C3F555-BF9E-4826-BB02-3E4E4BD289B7}" srcOrd="0" destOrd="0" presId="urn:microsoft.com/office/officeart/2005/8/layout/process5"/>
    <dgm:cxn modelId="{2458B5FF-419A-4370-90E3-816B32DAF07B}" type="presOf" srcId="{EBC517C0-627C-4FAF-B8A6-E52DE5713350}" destId="{AAC4CCC7-74FA-445A-B7E4-E23DF54C2CBD}" srcOrd="0" destOrd="0" presId="urn:microsoft.com/office/officeart/2005/8/layout/process5"/>
    <dgm:cxn modelId="{A5A190EB-4552-4E38-800E-7057F5F272C5}" type="presParOf" srcId="{BFE072F3-D43E-440C-B521-B5906FD17D4E}" destId="{AAC4CCC7-74FA-445A-B7E4-E23DF54C2CBD}" srcOrd="0" destOrd="0" presId="urn:microsoft.com/office/officeart/2005/8/layout/process5"/>
    <dgm:cxn modelId="{EF591A22-CA4D-4292-9167-0B9E1366B2A9}" type="presParOf" srcId="{BFE072F3-D43E-440C-B521-B5906FD17D4E}" destId="{A758432C-CBAA-471F-A257-17ECC96FF704}" srcOrd="1" destOrd="0" presId="urn:microsoft.com/office/officeart/2005/8/layout/process5"/>
    <dgm:cxn modelId="{48FA4B10-13ED-4744-8FB7-4BBBCA8C54A2}" type="presParOf" srcId="{A758432C-CBAA-471F-A257-17ECC96FF704}" destId="{D15055D2-D440-4125-9A31-1849880D4AFC}" srcOrd="0" destOrd="0" presId="urn:microsoft.com/office/officeart/2005/8/layout/process5"/>
    <dgm:cxn modelId="{F593121E-880A-487E-90F3-030D38491817}" type="presParOf" srcId="{BFE072F3-D43E-440C-B521-B5906FD17D4E}" destId="{C1BE4EF8-EF80-4BBB-B4FE-248BF986A436}" srcOrd="2" destOrd="0" presId="urn:microsoft.com/office/officeart/2005/8/layout/process5"/>
    <dgm:cxn modelId="{824FF7CA-A8B5-4090-83B0-3A145D89E6AD}" type="presParOf" srcId="{BFE072F3-D43E-440C-B521-B5906FD17D4E}" destId="{CD53D1CB-01E6-4B69-8A20-89D85C76252E}" srcOrd="3" destOrd="0" presId="urn:microsoft.com/office/officeart/2005/8/layout/process5"/>
    <dgm:cxn modelId="{2F3B12FB-5004-45F2-8F75-3FA655475DFD}" type="presParOf" srcId="{CD53D1CB-01E6-4B69-8A20-89D85C76252E}" destId="{0565EA4F-A9E6-413F-9AE7-2A9CB80741D8}" srcOrd="0" destOrd="0" presId="urn:microsoft.com/office/officeart/2005/8/layout/process5"/>
    <dgm:cxn modelId="{0B4A3402-FB0D-4B95-8982-FAE051799E65}" type="presParOf" srcId="{BFE072F3-D43E-440C-B521-B5906FD17D4E}" destId="{A3C3F555-BF9E-4826-BB02-3E4E4BD289B7}" srcOrd="4" destOrd="0" presId="urn:microsoft.com/office/officeart/2005/8/layout/process5"/>
    <dgm:cxn modelId="{00521D0F-5089-47DB-858E-5D17C6531883}" type="presParOf" srcId="{BFE072F3-D43E-440C-B521-B5906FD17D4E}" destId="{9F07A8E8-D538-4973-A2EC-2BF5C67C22E1}" srcOrd="5" destOrd="0" presId="urn:microsoft.com/office/officeart/2005/8/layout/process5"/>
    <dgm:cxn modelId="{055897D1-21AA-48A4-B6BE-51542EC77D6A}" type="presParOf" srcId="{9F07A8E8-D538-4973-A2EC-2BF5C67C22E1}" destId="{EB47042F-1B07-41F9-BC00-CE06D70B8B44}" srcOrd="0" destOrd="0" presId="urn:microsoft.com/office/officeart/2005/8/layout/process5"/>
    <dgm:cxn modelId="{3436F64C-0101-4151-9CCE-9B7EC06C6C6E}" type="presParOf" srcId="{BFE072F3-D43E-440C-B521-B5906FD17D4E}" destId="{9E46B486-A9ED-4342-8702-3D65672EF57A}" srcOrd="6" destOrd="0" presId="urn:microsoft.com/office/officeart/2005/8/layout/process5"/>
    <dgm:cxn modelId="{B13E61F5-08D8-4410-8D77-3BDE817B046C}" type="presParOf" srcId="{BFE072F3-D43E-440C-B521-B5906FD17D4E}" destId="{CD1DEAFC-8D6A-46AE-9F8D-0BE1CF33C31E}" srcOrd="7" destOrd="0" presId="urn:microsoft.com/office/officeart/2005/8/layout/process5"/>
    <dgm:cxn modelId="{F8E4B15A-42C7-4766-B089-5572CC96280E}" type="presParOf" srcId="{CD1DEAFC-8D6A-46AE-9F8D-0BE1CF33C31E}" destId="{5E3FE566-CEEE-4C60-BADF-85246CE6EE21}" srcOrd="0" destOrd="0" presId="urn:microsoft.com/office/officeart/2005/8/layout/process5"/>
    <dgm:cxn modelId="{2640AE3E-7ADA-48FE-8430-E7BE11331433}" type="presParOf" srcId="{BFE072F3-D43E-440C-B521-B5906FD17D4E}" destId="{6DD73472-D7A0-4A06-96FC-4B8BBC5E9358}" srcOrd="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CC5BFF-84A9-48DE-90A0-9F2F1258B3D0}">
      <dsp:nvSpPr>
        <dsp:cNvPr id="0" name=""/>
        <dsp:cNvSpPr/>
      </dsp:nvSpPr>
      <dsp:spPr>
        <a:xfrm>
          <a:off x="0" y="0"/>
          <a:ext cx="8503920" cy="84867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Forside</a:t>
          </a:r>
        </a:p>
      </dsp:txBody>
      <dsp:txXfrm>
        <a:off x="24857" y="24857"/>
        <a:ext cx="7516417" cy="798963"/>
      </dsp:txXfrm>
    </dsp:sp>
    <dsp:sp modelId="{2B2336F1-B573-42E6-B2BF-98055192A336}">
      <dsp:nvSpPr>
        <dsp:cNvPr id="0" name=""/>
        <dsp:cNvSpPr/>
      </dsp:nvSpPr>
      <dsp:spPr>
        <a:xfrm>
          <a:off x="712203" y="1002982"/>
          <a:ext cx="8503920" cy="848677"/>
        </a:xfrm>
        <a:prstGeom prst="roundRect">
          <a:avLst>
            <a:gd name="adj" fmla="val 10000"/>
          </a:avLst>
        </a:prstGeom>
        <a:solidFill>
          <a:schemeClr val="accent2">
            <a:hueOff val="-135738"/>
            <a:satOff val="-1163"/>
            <a:lumOff val="-771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IT‑drift underside</a:t>
          </a:r>
        </a:p>
      </dsp:txBody>
      <dsp:txXfrm>
        <a:off x="737060" y="1027839"/>
        <a:ext cx="7190362" cy="798963"/>
      </dsp:txXfrm>
    </dsp:sp>
    <dsp:sp modelId="{B7F08888-6576-476A-916D-2D9AAF4DEDD8}">
      <dsp:nvSpPr>
        <dsp:cNvPr id="0" name=""/>
        <dsp:cNvSpPr/>
      </dsp:nvSpPr>
      <dsp:spPr>
        <a:xfrm>
          <a:off x="1413776" y="2005965"/>
          <a:ext cx="8503920" cy="848677"/>
        </a:xfrm>
        <a:prstGeom prst="roundRect">
          <a:avLst>
            <a:gd name="adj" fmla="val 10000"/>
          </a:avLst>
        </a:prstGeom>
        <a:solidFill>
          <a:schemeClr val="accent2">
            <a:hueOff val="-271475"/>
            <a:satOff val="-2327"/>
            <a:lumOff val="-1542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IT‑utvikling underside</a:t>
          </a:r>
        </a:p>
      </dsp:txBody>
      <dsp:txXfrm>
        <a:off x="1438633" y="2030822"/>
        <a:ext cx="7200992" cy="798963"/>
      </dsp:txXfrm>
    </dsp:sp>
    <dsp:sp modelId="{4E7FD954-DFC1-4DF6-A743-7DA4114BC5CD}">
      <dsp:nvSpPr>
        <dsp:cNvPr id="0" name=""/>
        <dsp:cNvSpPr/>
      </dsp:nvSpPr>
      <dsp:spPr>
        <a:xfrm>
          <a:off x="2125979" y="3008948"/>
          <a:ext cx="8503920" cy="848677"/>
        </a:xfrm>
        <a:prstGeom prst="roundRect">
          <a:avLst>
            <a:gd name="adj" fmla="val 10000"/>
          </a:avLst>
        </a:prstGeom>
        <a:solidFill>
          <a:schemeClr val="accent2">
            <a:hueOff val="-407213"/>
            <a:satOff val="-3490"/>
            <a:lumOff val="-2313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Kontaktseksjon</a:t>
          </a:r>
        </a:p>
      </dsp:txBody>
      <dsp:txXfrm>
        <a:off x="2150836" y="3033805"/>
        <a:ext cx="7190362" cy="798963"/>
      </dsp:txXfrm>
    </dsp:sp>
    <dsp:sp modelId="{3F675D5C-628D-492B-8307-C58FADB03522}">
      <dsp:nvSpPr>
        <dsp:cNvPr id="0" name=""/>
        <dsp:cNvSpPr/>
      </dsp:nvSpPr>
      <dsp:spPr>
        <a:xfrm>
          <a:off x="7952279" y="650009"/>
          <a:ext cx="551640" cy="55164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8076398" y="650009"/>
        <a:ext cx="303402" cy="415109"/>
      </dsp:txXfrm>
    </dsp:sp>
    <dsp:sp modelId="{B5D39011-C0E4-4EDE-B13D-25ECAE727831}">
      <dsp:nvSpPr>
        <dsp:cNvPr id="0" name=""/>
        <dsp:cNvSpPr/>
      </dsp:nvSpPr>
      <dsp:spPr>
        <a:xfrm>
          <a:off x="8664482" y="1652992"/>
          <a:ext cx="551640" cy="55164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157348"/>
            <a:satOff val="-4819"/>
            <a:lumOff val="-2556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157348"/>
              <a:satOff val="-4819"/>
              <a:lumOff val="-255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8788601" y="1652992"/>
        <a:ext cx="303402" cy="415109"/>
      </dsp:txXfrm>
    </dsp:sp>
    <dsp:sp modelId="{E8D7A484-0BBB-4260-B16C-09744FA66E3D}">
      <dsp:nvSpPr>
        <dsp:cNvPr id="0" name=""/>
        <dsp:cNvSpPr/>
      </dsp:nvSpPr>
      <dsp:spPr>
        <a:xfrm>
          <a:off x="9366056" y="2655975"/>
          <a:ext cx="551640" cy="55164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314695"/>
            <a:satOff val="-9638"/>
            <a:lumOff val="-5112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314695"/>
              <a:satOff val="-9638"/>
              <a:lumOff val="-511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9490175" y="2655975"/>
        <a:ext cx="303402" cy="41510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74EA8C-F3DF-422A-ADBB-415B28C67439}">
      <dsp:nvSpPr>
        <dsp:cNvPr id="0" name=""/>
        <dsp:cNvSpPr/>
      </dsp:nvSpPr>
      <dsp:spPr>
        <a:xfrm>
          <a:off x="0" y="0"/>
          <a:ext cx="7442201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DF29FD-1905-43EC-8517-A668C9E8BFE0}">
      <dsp:nvSpPr>
        <dsp:cNvPr id="0" name=""/>
        <dsp:cNvSpPr/>
      </dsp:nvSpPr>
      <dsp:spPr>
        <a:xfrm>
          <a:off x="0" y="0"/>
          <a:ext cx="7442201" cy="13500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Opprette style.css</a:t>
          </a:r>
        </a:p>
      </dsp:txBody>
      <dsp:txXfrm>
        <a:off x="0" y="0"/>
        <a:ext cx="7442201" cy="1350071"/>
      </dsp:txXfrm>
    </dsp:sp>
    <dsp:sp modelId="{12169D78-6B97-4510-AB86-99A26B991A35}">
      <dsp:nvSpPr>
        <dsp:cNvPr id="0" name=""/>
        <dsp:cNvSpPr/>
      </dsp:nvSpPr>
      <dsp:spPr>
        <a:xfrm>
          <a:off x="0" y="1350071"/>
          <a:ext cx="7442201" cy="0"/>
        </a:xfrm>
        <a:prstGeom prst="line">
          <a:avLst/>
        </a:prstGeom>
        <a:solidFill>
          <a:schemeClr val="accent5">
            <a:hueOff val="6336313"/>
            <a:satOff val="-8887"/>
            <a:lumOff val="-915"/>
            <a:alphaOff val="0"/>
          </a:schemeClr>
        </a:solidFill>
        <a:ln w="12700" cap="flat" cmpd="sng" algn="ctr">
          <a:solidFill>
            <a:schemeClr val="accent5">
              <a:hueOff val="6336313"/>
              <a:satOff val="-8887"/>
              <a:lumOff val="-9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888C1B-1A3E-49B4-893B-1134C1C4C1B5}">
      <dsp:nvSpPr>
        <dsp:cNvPr id="0" name=""/>
        <dsp:cNvSpPr/>
      </dsp:nvSpPr>
      <dsp:spPr>
        <a:xfrm>
          <a:off x="0" y="1350071"/>
          <a:ext cx="7442201" cy="13500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Lage fargepalett, fonter og spacing</a:t>
          </a:r>
        </a:p>
      </dsp:txBody>
      <dsp:txXfrm>
        <a:off x="0" y="1350071"/>
        <a:ext cx="7442201" cy="1350071"/>
      </dsp:txXfrm>
    </dsp:sp>
    <dsp:sp modelId="{AF6B3193-EA3A-44D3-AC25-F5CA2516E7BD}">
      <dsp:nvSpPr>
        <dsp:cNvPr id="0" name=""/>
        <dsp:cNvSpPr/>
      </dsp:nvSpPr>
      <dsp:spPr>
        <a:xfrm>
          <a:off x="0" y="2700142"/>
          <a:ext cx="7442201" cy="0"/>
        </a:xfrm>
        <a:prstGeom prst="line">
          <a:avLst/>
        </a:prstGeom>
        <a:solidFill>
          <a:schemeClr val="accent5">
            <a:hueOff val="12672627"/>
            <a:satOff val="-17773"/>
            <a:lumOff val="-1831"/>
            <a:alphaOff val="0"/>
          </a:schemeClr>
        </a:solidFill>
        <a:ln w="12700" cap="flat" cmpd="sng" algn="ctr">
          <a:solidFill>
            <a:schemeClr val="accent5">
              <a:hueOff val="12672627"/>
              <a:satOff val="-17773"/>
              <a:lumOff val="-183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632457-7479-482F-9CF2-C3E4F95A55B9}">
      <dsp:nvSpPr>
        <dsp:cNvPr id="0" name=""/>
        <dsp:cNvSpPr/>
      </dsp:nvSpPr>
      <dsp:spPr>
        <a:xfrm>
          <a:off x="0" y="2700142"/>
          <a:ext cx="7442201" cy="13500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Bruke Flexbox eller CSS Grid</a:t>
          </a:r>
        </a:p>
      </dsp:txBody>
      <dsp:txXfrm>
        <a:off x="0" y="2700142"/>
        <a:ext cx="7442201" cy="1350071"/>
      </dsp:txXfrm>
    </dsp:sp>
    <dsp:sp modelId="{8E1216C9-FA1B-4C8B-AA68-0499F8DB46F8}">
      <dsp:nvSpPr>
        <dsp:cNvPr id="0" name=""/>
        <dsp:cNvSpPr/>
      </dsp:nvSpPr>
      <dsp:spPr>
        <a:xfrm>
          <a:off x="0" y="4050213"/>
          <a:ext cx="7442201" cy="0"/>
        </a:xfrm>
        <a:prstGeom prst="line">
          <a:avLst/>
        </a:prstGeom>
        <a:solidFill>
          <a:schemeClr val="accent5">
            <a:hueOff val="19008940"/>
            <a:satOff val="-26660"/>
            <a:lumOff val="-2746"/>
            <a:alphaOff val="0"/>
          </a:schemeClr>
        </a:solidFill>
        <a:ln w="12700" cap="flat" cmpd="sng" algn="ctr">
          <a:solidFill>
            <a:schemeClr val="accent5">
              <a:hueOff val="19008940"/>
              <a:satOff val="-26660"/>
              <a:lumOff val="-274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E74155-8ECB-4F6C-8BE0-D72BF1FAC785}">
      <dsp:nvSpPr>
        <dsp:cNvPr id="0" name=""/>
        <dsp:cNvSpPr/>
      </dsp:nvSpPr>
      <dsp:spPr>
        <a:xfrm>
          <a:off x="0" y="4050213"/>
          <a:ext cx="7442201" cy="13500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3900" b="1" kern="1200"/>
            <a:t>Mål:</a:t>
          </a:r>
          <a:r>
            <a:rPr lang="nb-NO" sz="3900" kern="1200"/>
            <a:t> Lage et ryddig og moderne design.</a:t>
          </a:r>
          <a:endParaRPr lang="en-US" sz="3900" kern="1200"/>
        </a:p>
      </dsp:txBody>
      <dsp:txXfrm>
        <a:off x="0" y="4050213"/>
        <a:ext cx="7442201" cy="135007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608E73-8B9A-4F7A-B380-BF644F1618DD}">
      <dsp:nvSpPr>
        <dsp:cNvPr id="0" name=""/>
        <dsp:cNvSpPr/>
      </dsp:nvSpPr>
      <dsp:spPr>
        <a:xfrm>
          <a:off x="663670" y="822795"/>
          <a:ext cx="1060066" cy="106006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8C82E5-7806-4025-8A72-A81F89E7A501}">
      <dsp:nvSpPr>
        <dsp:cNvPr id="0" name=""/>
        <dsp:cNvSpPr/>
      </dsp:nvSpPr>
      <dsp:spPr>
        <a:xfrm>
          <a:off x="15852" y="2197100"/>
          <a:ext cx="235570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Media queries for mobil (max‑width)</a:t>
          </a:r>
        </a:p>
      </dsp:txBody>
      <dsp:txXfrm>
        <a:off x="15852" y="2197100"/>
        <a:ext cx="2355704" cy="720000"/>
      </dsp:txXfrm>
    </dsp:sp>
    <dsp:sp modelId="{F7B67B09-17F9-4794-BA21-4DC6CA0BF4C7}">
      <dsp:nvSpPr>
        <dsp:cNvPr id="0" name=""/>
        <dsp:cNvSpPr/>
      </dsp:nvSpPr>
      <dsp:spPr>
        <a:xfrm>
          <a:off x="3431622" y="822795"/>
          <a:ext cx="1060066" cy="106006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863DDD-2A62-4FE9-970C-6CCF0A7B735B}">
      <dsp:nvSpPr>
        <dsp:cNvPr id="0" name=""/>
        <dsp:cNvSpPr/>
      </dsp:nvSpPr>
      <dsp:spPr>
        <a:xfrm>
          <a:off x="2783804" y="2197100"/>
          <a:ext cx="235570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600" kern="1200"/>
            <a:t>Justere tekst, bilder og layout for mindre skjermer</a:t>
          </a:r>
          <a:endParaRPr lang="en-US" sz="1600" kern="1200"/>
        </a:p>
      </dsp:txBody>
      <dsp:txXfrm>
        <a:off x="2783804" y="2197100"/>
        <a:ext cx="2355704" cy="720000"/>
      </dsp:txXfrm>
    </dsp:sp>
    <dsp:sp modelId="{D0E70645-745E-4584-8BB0-6CBEA674B29D}">
      <dsp:nvSpPr>
        <dsp:cNvPr id="0" name=""/>
        <dsp:cNvSpPr/>
      </dsp:nvSpPr>
      <dsp:spPr>
        <a:xfrm>
          <a:off x="6199575" y="822795"/>
          <a:ext cx="1060066" cy="106006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6B6E2C-9431-416D-A3BE-09280F8DD855}">
      <dsp:nvSpPr>
        <dsp:cNvPr id="0" name=""/>
        <dsp:cNvSpPr/>
      </dsp:nvSpPr>
      <dsp:spPr>
        <a:xfrm>
          <a:off x="5551756" y="2197100"/>
          <a:ext cx="235570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Lage mobilmeny (JavaScript toggle)</a:t>
          </a:r>
        </a:p>
      </dsp:txBody>
      <dsp:txXfrm>
        <a:off x="5551756" y="2197100"/>
        <a:ext cx="2355704" cy="720000"/>
      </dsp:txXfrm>
    </dsp:sp>
    <dsp:sp modelId="{F98AF0D7-1CD1-437C-9187-2C59C7F71B2F}">
      <dsp:nvSpPr>
        <dsp:cNvPr id="0" name=""/>
        <dsp:cNvSpPr/>
      </dsp:nvSpPr>
      <dsp:spPr>
        <a:xfrm>
          <a:off x="8967527" y="822795"/>
          <a:ext cx="1060066" cy="106006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3A5192-2FA1-4077-AE52-4DCD85D87F32}">
      <dsp:nvSpPr>
        <dsp:cNvPr id="0" name=""/>
        <dsp:cNvSpPr/>
      </dsp:nvSpPr>
      <dsp:spPr>
        <a:xfrm>
          <a:off x="8319708" y="2197100"/>
          <a:ext cx="235570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600" b="1" kern="1200"/>
            <a:t>Mål:</a:t>
          </a:r>
          <a:r>
            <a:rPr lang="nb-NO" sz="1600" kern="1200"/>
            <a:t> Få siden til å fungere fint på mobil og legge inn enkel interaktivitet.</a:t>
          </a:r>
          <a:endParaRPr lang="en-US" sz="1600" kern="1200"/>
        </a:p>
      </dsp:txBody>
      <dsp:txXfrm>
        <a:off x="8319708" y="2197100"/>
        <a:ext cx="2355704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C4CCC7-74FA-445A-B7E4-E23DF54C2CBD}">
      <dsp:nvSpPr>
        <dsp:cNvPr id="0" name=""/>
        <dsp:cNvSpPr/>
      </dsp:nvSpPr>
      <dsp:spPr>
        <a:xfrm>
          <a:off x="907034" y="1064"/>
          <a:ext cx="2336104" cy="140166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Teste i flere nettlesere (Chrome, Edge, mobil)</a:t>
          </a:r>
        </a:p>
      </dsp:txBody>
      <dsp:txXfrm>
        <a:off x="948087" y="42117"/>
        <a:ext cx="2253998" cy="1319556"/>
      </dsp:txXfrm>
    </dsp:sp>
    <dsp:sp modelId="{A758432C-CBAA-471F-A257-17ECC96FF704}">
      <dsp:nvSpPr>
        <dsp:cNvPr id="0" name=""/>
        <dsp:cNvSpPr/>
      </dsp:nvSpPr>
      <dsp:spPr>
        <a:xfrm>
          <a:off x="3448716" y="412219"/>
          <a:ext cx="495254" cy="57935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3448716" y="528090"/>
        <a:ext cx="346678" cy="347611"/>
      </dsp:txXfrm>
    </dsp:sp>
    <dsp:sp modelId="{C1BE4EF8-EF80-4BBB-B4FE-248BF986A436}">
      <dsp:nvSpPr>
        <dsp:cNvPr id="0" name=""/>
        <dsp:cNvSpPr/>
      </dsp:nvSpPr>
      <dsp:spPr>
        <a:xfrm>
          <a:off x="4177580" y="1064"/>
          <a:ext cx="2336104" cy="140166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2100" kern="1200"/>
            <a:t>Rette HTML‑feil og CSS‑feil</a:t>
          </a:r>
          <a:endParaRPr lang="en-US" sz="2100" kern="1200"/>
        </a:p>
      </dsp:txBody>
      <dsp:txXfrm>
        <a:off x="4218633" y="42117"/>
        <a:ext cx="2253998" cy="1319556"/>
      </dsp:txXfrm>
    </dsp:sp>
    <dsp:sp modelId="{CD53D1CB-01E6-4B69-8A20-89D85C76252E}">
      <dsp:nvSpPr>
        <dsp:cNvPr id="0" name=""/>
        <dsp:cNvSpPr/>
      </dsp:nvSpPr>
      <dsp:spPr>
        <a:xfrm>
          <a:off x="6719261" y="412219"/>
          <a:ext cx="495254" cy="57935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6719261" y="528090"/>
        <a:ext cx="346678" cy="347611"/>
      </dsp:txXfrm>
    </dsp:sp>
    <dsp:sp modelId="{A3C3F555-BF9E-4826-BB02-3E4E4BD289B7}">
      <dsp:nvSpPr>
        <dsp:cNvPr id="0" name=""/>
        <dsp:cNvSpPr/>
      </dsp:nvSpPr>
      <dsp:spPr>
        <a:xfrm>
          <a:off x="7448126" y="1064"/>
          <a:ext cx="2336104" cy="140166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Optimalisere bilder</a:t>
          </a:r>
        </a:p>
      </dsp:txBody>
      <dsp:txXfrm>
        <a:off x="7489179" y="42117"/>
        <a:ext cx="2253998" cy="1319556"/>
      </dsp:txXfrm>
    </dsp:sp>
    <dsp:sp modelId="{9F07A8E8-D538-4973-A2EC-2BF5C67C22E1}">
      <dsp:nvSpPr>
        <dsp:cNvPr id="0" name=""/>
        <dsp:cNvSpPr/>
      </dsp:nvSpPr>
      <dsp:spPr>
        <a:xfrm rot="5400000">
          <a:off x="8368551" y="1566254"/>
          <a:ext cx="495254" cy="57935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 rot="-5400000">
        <a:off x="8442373" y="1608303"/>
        <a:ext cx="347611" cy="346678"/>
      </dsp:txXfrm>
    </dsp:sp>
    <dsp:sp modelId="{9E46B486-A9ED-4342-8702-3D65672EF57A}">
      <dsp:nvSpPr>
        <dsp:cNvPr id="0" name=""/>
        <dsp:cNvSpPr/>
      </dsp:nvSpPr>
      <dsp:spPr>
        <a:xfrm>
          <a:off x="7448126" y="2337168"/>
          <a:ext cx="2336104" cy="140166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Sjekke alle lenker</a:t>
          </a:r>
        </a:p>
      </dsp:txBody>
      <dsp:txXfrm>
        <a:off x="7489179" y="2378221"/>
        <a:ext cx="2253998" cy="1319556"/>
      </dsp:txXfrm>
    </dsp:sp>
    <dsp:sp modelId="{CD1DEAFC-8D6A-46AE-9F8D-0BE1CF33C31E}">
      <dsp:nvSpPr>
        <dsp:cNvPr id="0" name=""/>
        <dsp:cNvSpPr/>
      </dsp:nvSpPr>
      <dsp:spPr>
        <a:xfrm rot="10800000">
          <a:off x="6747294" y="2748323"/>
          <a:ext cx="495254" cy="57935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 rot="10800000">
        <a:off x="6895870" y="2864194"/>
        <a:ext cx="346678" cy="347611"/>
      </dsp:txXfrm>
    </dsp:sp>
    <dsp:sp modelId="{6DD73472-D7A0-4A06-96FC-4B8BBC5E9358}">
      <dsp:nvSpPr>
        <dsp:cNvPr id="0" name=""/>
        <dsp:cNvSpPr/>
      </dsp:nvSpPr>
      <dsp:spPr>
        <a:xfrm>
          <a:off x="4177580" y="2337168"/>
          <a:ext cx="2336104" cy="140166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2100" b="1" kern="1200"/>
            <a:t>Mål:</a:t>
          </a:r>
          <a:r>
            <a:rPr lang="nb-NO" sz="2100" kern="1200"/>
            <a:t> Gjøre siden stabil og ryddig.</a:t>
          </a:r>
          <a:endParaRPr lang="en-US" sz="2100" kern="1200"/>
        </a:p>
      </dsp:txBody>
      <dsp:txXfrm>
        <a:off x="4218633" y="2378221"/>
        <a:ext cx="2253998" cy="13195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071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923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674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149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462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01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914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268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12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985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643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5262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818A9D-233E-27BA-D27B-4771DAB2A5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4749" y="909638"/>
            <a:ext cx="5201121" cy="131806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/>
              <a:t>Frontend-webutvikling – 36-timers planlegger (YFF)</a:t>
            </a:r>
            <a:br>
              <a:rPr lang="en-US" sz="2800"/>
            </a:br>
            <a:endParaRPr lang="en-US" sz="2800"/>
          </a:p>
        </p:txBody>
      </p:sp>
      <p:pic>
        <p:nvPicPr>
          <p:cNvPr id="20" name="Picture 19" descr="White stopwatch">
            <a:extLst>
              <a:ext uri="{FF2B5EF4-FFF2-40B4-BE49-F238E27FC236}">
                <a16:creationId xmlns:a16="http://schemas.microsoft.com/office/drawing/2014/main" id="{2A8D0F17-D5B6-A552-01E9-7E10F79196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651" r="-1" b="-1"/>
          <a:stretch>
            <a:fillRect/>
          </a:stretch>
        </p:blipFill>
        <p:spPr>
          <a:xfrm>
            <a:off x="20" y="10"/>
            <a:ext cx="5686740" cy="6857990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22739" y="722376"/>
            <a:ext cx="16002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B9B00718-BA8F-E20A-5017-0ABC97C756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0838" y="2236843"/>
            <a:ext cx="5201121" cy="393192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Total </a:t>
            </a:r>
            <a:r>
              <a:rPr lang="en-US" dirty="0" err="1"/>
              <a:t>tid</a:t>
            </a:r>
            <a:r>
              <a:rPr lang="en-US" dirty="0"/>
              <a:t>: 36 timer</a:t>
            </a:r>
            <a:br>
              <a:rPr lang="en-US" dirty="0"/>
            </a:br>
            <a:r>
              <a:rPr lang="en-US" dirty="0"/>
              <a:t>Antall </a:t>
            </a:r>
            <a:r>
              <a:rPr lang="en-US" dirty="0" err="1"/>
              <a:t>dager</a:t>
            </a:r>
            <a:r>
              <a:rPr lang="en-US" dirty="0"/>
              <a:t>: 6</a:t>
            </a:r>
            <a:br>
              <a:rPr lang="en-US" dirty="0"/>
            </a:br>
            <a:r>
              <a:rPr lang="en-US" dirty="0" err="1"/>
              <a:t>Lærefag</a:t>
            </a:r>
            <a:r>
              <a:rPr lang="en-US" dirty="0"/>
              <a:t>: IT‑</a:t>
            </a:r>
            <a:r>
              <a:rPr lang="en-US" dirty="0" err="1"/>
              <a:t>utvikling</a:t>
            </a:r>
            <a:endParaRPr lang="en-US" dirty="0"/>
          </a:p>
          <a:p>
            <a:pPr indent="-2286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35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8F595B-DC15-C134-82D7-B763B169B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798176" cy="105191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nb-NO" sz="3400" dirty="0"/>
              <a:t>Dag 1 – Planlegging Lage enkel designskisse (</a:t>
            </a:r>
            <a:r>
              <a:rPr lang="nb-NO" sz="3400" dirty="0" err="1"/>
              <a:t>wireframe</a:t>
            </a:r>
            <a:r>
              <a:rPr lang="nb-NO" sz="3400" dirty="0"/>
              <a:t>) </a:t>
            </a:r>
            <a:endParaRPr lang="en-US" sz="3400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BB96FAB-CCBF-4D1E-9D0D-B038ACC2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Content Placeholder 6">
            <a:extLst>
              <a:ext uri="{FF2B5EF4-FFF2-40B4-BE49-F238E27FC236}">
                <a16:creationId xmlns:a16="http://schemas.microsoft.com/office/drawing/2014/main" id="{621E0DC5-25D7-7DB5-187C-44FC328406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4722805"/>
              </p:ext>
            </p:extLst>
          </p:nvPr>
        </p:nvGraphicFramePr>
        <p:xfrm>
          <a:off x="800100" y="2276474"/>
          <a:ext cx="10629900" cy="38576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71538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82D22E-5FA6-717F-8428-D1655FF09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823" y="1705460"/>
            <a:ext cx="4265763" cy="1593185"/>
          </a:xfrm>
        </p:spPr>
        <p:txBody>
          <a:bodyPr anchor="t">
            <a:normAutofit/>
          </a:bodyPr>
          <a:lstStyle/>
          <a:p>
            <a:r>
              <a:rPr lang="nb-NO" sz="4200" b="1"/>
              <a:t>Dag 2 – HTML‑struktur </a:t>
            </a:r>
            <a:endParaRPr lang="en-US" sz="4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EB924-3BDA-9AC7-071F-F463B08577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1353" y="1796458"/>
            <a:ext cx="5483190" cy="4457453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Lage index.html (</a:t>
            </a:r>
            <a:r>
              <a:rPr lang="en-US" dirty="0" err="1"/>
              <a:t>forsiden</a:t>
            </a:r>
            <a:r>
              <a:rPr lang="en-US" dirty="0"/>
              <a:t>)</a:t>
            </a:r>
          </a:p>
          <a:p>
            <a:pPr lvl="0"/>
            <a:r>
              <a:rPr lang="nb-NO" dirty="0"/>
              <a:t>Lage it-drift.html og it-utvikling.html</a:t>
            </a:r>
            <a:endParaRPr lang="en-US" dirty="0"/>
          </a:p>
          <a:p>
            <a:pPr lvl="0"/>
            <a:r>
              <a:rPr lang="en-US" dirty="0"/>
              <a:t>Lage header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navigasjonsmeny</a:t>
            </a:r>
            <a:endParaRPr lang="en-US" dirty="0"/>
          </a:p>
          <a:p>
            <a:pPr lvl="0"/>
            <a:r>
              <a:rPr lang="en-US" dirty="0"/>
              <a:t>Lage footer</a:t>
            </a:r>
          </a:p>
          <a:p>
            <a:pPr lvl="0"/>
            <a:r>
              <a:rPr lang="nb-NO" dirty="0"/>
              <a:t>Legge inn grunnleggende seksjoner (tekstbokser, overskrifter, div‑struktur)</a:t>
            </a:r>
            <a:endParaRPr lang="en-US" dirty="0"/>
          </a:p>
          <a:p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DB4BEA-22D1-9BE0-1F06-BAFE567B5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50816" y="3435170"/>
            <a:ext cx="402336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317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C9774-873C-EE42-6121-884A47808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609601"/>
            <a:ext cx="2521714" cy="4488878"/>
          </a:xfrm>
        </p:spPr>
        <p:txBody>
          <a:bodyPr>
            <a:normAutofit/>
          </a:bodyPr>
          <a:lstStyle/>
          <a:p>
            <a:r>
              <a:rPr lang="nb-NO" sz="3200" b="1"/>
              <a:t>Dag 3 – CSS‑design </a:t>
            </a:r>
            <a:endParaRPr lang="en-US" sz="32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ADD27CF-4CE1-2871-1ABA-40FCA4D032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538488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5F3D8F1-0EDB-50DE-D074-70F62E951F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6089188"/>
              </p:ext>
            </p:extLst>
          </p:nvPr>
        </p:nvGraphicFramePr>
        <p:xfrm>
          <a:off x="3987800" y="723900"/>
          <a:ext cx="7442201" cy="54002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76978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EF2D1-074B-1240-E579-B8DC92D85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b="1"/>
              <a:t>Dag 4 – Responsivt design + JS 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F20837F-800A-0D5C-30BC-E774079AD7D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00635" y="2221992"/>
          <a:ext cx="10691265" cy="3739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442963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234CC-FE63-3F46-C132-F37A77E82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b="1" dirty="0"/>
              <a:t>Dag 5 – Testing, retting og forbedring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04C27C7-10DC-DC47-B307-657B0CDD270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00635" y="2221992"/>
          <a:ext cx="10691265" cy="3739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4019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7D72E6-535C-4C3D-C72C-717E72025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8" y="909637"/>
            <a:ext cx="6400800" cy="130759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nb-NO" b="1"/>
              <a:t>Dag 6 – Sluttføring og innlevering </a:t>
            </a:r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E813B4C-6731-0B72-5252-A79AB0E20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648FE8E-34A9-0EB4-2864-A34E47E44B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088" y="2221992"/>
            <a:ext cx="6400800" cy="3739896"/>
          </a:xfrm>
        </p:spPr>
        <p:txBody>
          <a:bodyPr>
            <a:normAutofit/>
          </a:bodyPr>
          <a:lstStyle/>
          <a:p>
            <a:pPr lvl="0"/>
            <a:r>
              <a:rPr lang="en-US" err="1"/>
              <a:t>Finpuss</a:t>
            </a:r>
            <a:r>
              <a:rPr lang="en-US"/>
              <a:t> design</a:t>
            </a:r>
          </a:p>
          <a:p>
            <a:pPr lvl="0"/>
            <a:r>
              <a:rPr lang="en-US" err="1"/>
              <a:t>Skrive</a:t>
            </a:r>
            <a:r>
              <a:rPr lang="en-US"/>
              <a:t> </a:t>
            </a:r>
            <a:r>
              <a:rPr lang="en-US" err="1"/>
              <a:t>ferdig</a:t>
            </a:r>
            <a:r>
              <a:rPr lang="en-US"/>
              <a:t> </a:t>
            </a:r>
            <a:r>
              <a:rPr lang="en-US" err="1"/>
              <a:t>dokumentasjonen</a:t>
            </a:r>
            <a:r>
              <a:rPr lang="en-US"/>
              <a:t> </a:t>
            </a:r>
          </a:p>
          <a:p>
            <a:pPr lvl="1"/>
            <a:r>
              <a:rPr lang="en-US" err="1"/>
              <a:t>Hva</a:t>
            </a:r>
            <a:r>
              <a:rPr lang="en-US"/>
              <a:t> </a:t>
            </a:r>
            <a:r>
              <a:rPr lang="en-US" err="1"/>
              <a:t>jeg</a:t>
            </a:r>
            <a:r>
              <a:rPr lang="en-US"/>
              <a:t> </a:t>
            </a:r>
            <a:r>
              <a:rPr lang="en-US" err="1"/>
              <a:t>har</a:t>
            </a:r>
            <a:r>
              <a:rPr lang="en-US"/>
              <a:t> </a:t>
            </a:r>
            <a:r>
              <a:rPr lang="en-US" err="1"/>
              <a:t>gjort</a:t>
            </a:r>
            <a:endParaRPr lang="en-US"/>
          </a:p>
          <a:p>
            <a:pPr lvl="1"/>
            <a:r>
              <a:rPr lang="en-US"/>
              <a:t>Bilder av </a:t>
            </a:r>
            <a:r>
              <a:rPr lang="en-US" err="1"/>
              <a:t>prosessen</a:t>
            </a:r>
            <a:endParaRPr lang="en-US"/>
          </a:p>
          <a:p>
            <a:pPr lvl="1"/>
            <a:r>
              <a:rPr lang="en-US" err="1"/>
              <a:t>Timelogg</a:t>
            </a:r>
            <a:endParaRPr lang="en-US"/>
          </a:p>
          <a:p>
            <a:pPr lvl="0"/>
            <a:r>
              <a:rPr lang="en-US"/>
              <a:t>Lage README </a:t>
            </a:r>
            <a:r>
              <a:rPr lang="en-US" err="1"/>
              <a:t>på</a:t>
            </a:r>
            <a:r>
              <a:rPr lang="en-US"/>
              <a:t> GitHub</a:t>
            </a:r>
          </a:p>
          <a:p>
            <a:pPr lvl="0"/>
            <a:r>
              <a:rPr lang="nb-NO"/>
              <a:t>Publiser nettsiden via GitHub Pages</a:t>
            </a:r>
            <a:endParaRPr lang="en-US"/>
          </a:p>
          <a:p>
            <a:pPr lvl="0"/>
            <a:r>
              <a:rPr lang="en-US"/>
              <a:t>Lever </a:t>
            </a:r>
            <a:r>
              <a:rPr lang="en-US" err="1"/>
              <a:t>prosjektet</a:t>
            </a:r>
            <a:r>
              <a:rPr lang="en-US"/>
              <a:t> </a:t>
            </a:r>
            <a:r>
              <a:rPr lang="en-US" err="1"/>
              <a:t>i</a:t>
            </a:r>
            <a:r>
              <a:rPr lang="en-US"/>
              <a:t> Classroom</a:t>
            </a:r>
          </a:p>
          <a:p>
            <a:endParaRPr lang="en-US"/>
          </a:p>
        </p:txBody>
      </p:sp>
      <p:pic>
        <p:nvPicPr>
          <p:cNvPr id="7" name="Graphic 6" descr="Checkmark">
            <a:extLst>
              <a:ext uri="{FF2B5EF4-FFF2-40B4-BE49-F238E27FC236}">
                <a16:creationId xmlns:a16="http://schemas.microsoft.com/office/drawing/2014/main" id="{791E92FF-31A8-AB19-39B4-FEE27CD406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87920" y="2102261"/>
            <a:ext cx="3903980" cy="390398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0E8146-6E65-2E6C-0C86-547E3C925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61111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97DB9A-C765-AE78-7C73-89828B343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8" y="909637"/>
            <a:ext cx="6400800" cy="130759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nb-NO" sz="2800" b="1"/>
              <a:t>Kort oppsummering av leveranser</a:t>
            </a:r>
            <a:br>
              <a:rPr lang="en-US" sz="2800"/>
            </a:br>
            <a:endParaRPr lang="en-US" sz="280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E813B4C-6731-0B72-5252-A79AB0E20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FF0AE06-8172-56D4-FF6F-1E22C6B55F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088" y="2221992"/>
            <a:ext cx="6400800" cy="3739896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nb-NO"/>
              <a:t>✔️ Ferdig nettside (HTML, CSS, JS)</a:t>
            </a:r>
            <a:endParaRPr lang="en-US"/>
          </a:p>
          <a:p>
            <a:pPr marL="0" lvl="0" indent="0">
              <a:buNone/>
            </a:pPr>
            <a:r>
              <a:rPr lang="en-US"/>
              <a:t>✔️ </a:t>
            </a:r>
            <a:r>
              <a:rPr lang="en-US" err="1"/>
              <a:t>Prosjektbeskrivelse</a:t>
            </a:r>
            <a:endParaRPr lang="en-US"/>
          </a:p>
          <a:p>
            <a:pPr marL="0" lvl="0" indent="0">
              <a:buNone/>
            </a:pPr>
            <a:r>
              <a:rPr lang="en-US"/>
              <a:t>✔️ </a:t>
            </a:r>
            <a:r>
              <a:rPr lang="en-US" err="1"/>
              <a:t>Dokumentasjon</a:t>
            </a:r>
            <a:r>
              <a:rPr lang="en-US"/>
              <a:t> av </a:t>
            </a:r>
            <a:r>
              <a:rPr lang="en-US" err="1"/>
              <a:t>arbeidsprosessen</a:t>
            </a:r>
            <a:endParaRPr lang="en-US"/>
          </a:p>
          <a:p>
            <a:pPr marL="0" lvl="0" indent="0">
              <a:buNone/>
            </a:pPr>
            <a:r>
              <a:rPr lang="en-US"/>
              <a:t>✔️ Lenke </a:t>
            </a:r>
            <a:r>
              <a:rPr lang="en-US" err="1"/>
              <a:t>til</a:t>
            </a:r>
            <a:r>
              <a:rPr lang="en-US"/>
              <a:t> GitHub‑repo</a:t>
            </a:r>
          </a:p>
          <a:p>
            <a:endParaRPr lang="en-US"/>
          </a:p>
        </p:txBody>
      </p:sp>
      <p:pic>
        <p:nvPicPr>
          <p:cNvPr id="7" name="Graphic 6" descr="Web Design">
            <a:extLst>
              <a:ext uri="{FF2B5EF4-FFF2-40B4-BE49-F238E27FC236}">
                <a16:creationId xmlns:a16="http://schemas.microsoft.com/office/drawing/2014/main" id="{8B5A3A80-3F93-C6A3-3054-64C583D1B5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87920" y="2102261"/>
            <a:ext cx="3903980" cy="390398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0E8146-6E65-2E6C-0C86-547E3C925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7715609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260</Words>
  <Application>Microsoft Office PowerPoint</Application>
  <PresentationFormat>Widescreen</PresentationFormat>
  <Paragraphs>43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Bierstadt</vt:lpstr>
      <vt:lpstr>Calisto MT</vt:lpstr>
      <vt:lpstr>Univers Condensed</vt:lpstr>
      <vt:lpstr>ChronicleVTI</vt:lpstr>
      <vt:lpstr>Frontend-webutvikling – 36-timers planlegger (YFF) </vt:lpstr>
      <vt:lpstr>Dag 1 – Planlegging Lage enkel designskisse (wireframe) </vt:lpstr>
      <vt:lpstr>Dag 2 – HTML‑struktur </vt:lpstr>
      <vt:lpstr>Dag 3 – CSS‑design </vt:lpstr>
      <vt:lpstr>Dag 4 – Responsivt design + JS </vt:lpstr>
      <vt:lpstr>Dag 5 – Testing, retting og forbedring</vt:lpstr>
      <vt:lpstr>Dag 6 – Sluttføring og innlevering </vt:lpstr>
      <vt:lpstr>Kort oppsummering av leveranser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Maung Ko</dc:creator>
  <cp:lastModifiedBy>Maung Ko</cp:lastModifiedBy>
  <cp:revision>1</cp:revision>
  <dcterms:created xsi:type="dcterms:W3CDTF">2026-02-25T10:18:14Z</dcterms:created>
  <dcterms:modified xsi:type="dcterms:W3CDTF">2026-02-25T13:10:44Z</dcterms:modified>
</cp:coreProperties>
</file>